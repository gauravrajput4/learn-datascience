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7"/>
  </p:notesMasterIdLst>
  <p:sldIdLst>
    <p:sldId id="424" r:id="rId2"/>
    <p:sldId id="425" r:id="rId3"/>
    <p:sldId id="426" r:id="rId4"/>
    <p:sldId id="427" r:id="rId5"/>
    <p:sldId id="428" r:id="rId6"/>
    <p:sldId id="416" r:id="rId7"/>
    <p:sldId id="417" r:id="rId8"/>
    <p:sldId id="418" r:id="rId9"/>
    <p:sldId id="419" r:id="rId10"/>
    <p:sldId id="423"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421" r:id="rId24"/>
    <p:sldId id="422" r:id="rId25"/>
    <p:sldId id="352" r:id="rId26"/>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lnSpcReduction="10000"/>
          </a:bodyPr>
          <a:lstStyle/>
          <a:p>
            <a:pPr marL="0" indent="0" algn="ctr">
              <a:buNone/>
            </a:pPr>
            <a:r>
              <a:rPr lang="en-US" sz="3600" b="1" dirty="0"/>
              <a:t>Chandigarh School of Business, Jhanjeri</a:t>
            </a:r>
          </a:p>
          <a:p>
            <a:pPr marL="0" indent="0" algn="ctr">
              <a:buNone/>
            </a:pPr>
            <a:r>
              <a:rPr lang="en-US" sz="3200" b="1" dirty="0"/>
              <a:t>Department of Computer Application </a:t>
            </a:r>
          </a:p>
          <a:p>
            <a:pPr marL="0" indent="0" algn="ctr">
              <a:buNone/>
            </a:pPr>
            <a:r>
              <a:rPr lang="en-US" sz="2400" b="1" dirty="0"/>
              <a:t>Program </a:t>
            </a:r>
            <a:r>
              <a:rPr lang="en-US" sz="2400" b="1" dirty="0" err="1"/>
              <a:t>Code:NA</a:t>
            </a:r>
            <a:endParaRPr lang="en-US" sz="2400" b="1" dirty="0"/>
          </a:p>
          <a:p>
            <a:pPr marL="0" indent="0" algn="ctr">
              <a:buNone/>
            </a:pPr>
            <a:r>
              <a:rPr lang="en-US" sz="2400" b="1" dirty="0"/>
              <a:t>Program Name: MCA</a:t>
            </a:r>
          </a:p>
          <a:p>
            <a:pPr marL="0" indent="0" algn="ctr">
              <a:buNone/>
            </a:pPr>
            <a:r>
              <a:rPr lang="en-US" sz="2400" b="1" dirty="0"/>
              <a:t>Course Code: </a:t>
            </a:r>
            <a:r>
              <a:rPr lang="en-US" sz="2400" b="1" i="0" u="none" strike="noStrike" baseline="0" dirty="0">
                <a:solidFill>
                  <a:srgbClr val="000000"/>
                </a:solidFill>
              </a:rPr>
              <a:t>PGCA1937 </a:t>
            </a:r>
            <a:r>
              <a:rPr lang="en-US" sz="2400" b="1" dirty="0">
                <a:solidFill>
                  <a:srgbClr val="000000"/>
                </a:solidFill>
              </a:rPr>
              <a:t> </a:t>
            </a:r>
            <a:endParaRPr lang="en-US" sz="2400" b="1" dirty="0"/>
          </a:p>
          <a:p>
            <a:pPr marL="0" indent="0" algn="ctr">
              <a:buNone/>
            </a:pPr>
            <a:r>
              <a:rPr lang="en-US" sz="2400" b="1" dirty="0"/>
              <a:t>Course Name: </a:t>
            </a:r>
            <a:r>
              <a:rPr lang="en-US" sz="2400" b="1" i="0" u="none" strike="noStrike" baseline="0" dirty="0">
                <a:solidFill>
                  <a:srgbClr val="000000"/>
                </a:solidFill>
              </a:rPr>
              <a:t>Cloud Computing </a:t>
            </a:r>
            <a:endParaRPr lang="en-US" sz="24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823019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9426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13597"/>
            <a:ext cx="7886700" cy="3508773"/>
          </a:xfrm>
        </p:spPr>
        <p:txBody>
          <a:bodyPr>
            <a:normAutofit fontScale="40000" lnSpcReduction="20000"/>
          </a:bodyPr>
          <a:lstStyle/>
          <a:p>
            <a:pPr marL="0" indent="0" algn="ctr">
              <a:buNone/>
            </a:pPr>
            <a:r>
              <a:rPr lang="en-US" sz="3800" b="1" dirty="0">
                <a:solidFill>
                  <a:srgbClr val="000000"/>
                </a:solidFill>
              </a:rPr>
              <a:t>Part-A</a:t>
            </a:r>
            <a:endParaRPr lang="en-US" sz="3800" dirty="0">
              <a:solidFill>
                <a:srgbClr val="000000"/>
              </a:solidFill>
            </a:endParaRPr>
          </a:p>
          <a:p>
            <a:pPr algn="just">
              <a:lnSpc>
                <a:spcPct val="120000"/>
              </a:lnSpc>
            </a:pPr>
            <a:r>
              <a:rPr lang="en-US" sz="3800" b="1" i="0" u="none" strike="noStrike" baseline="0" dirty="0">
                <a:solidFill>
                  <a:srgbClr val="000000"/>
                </a:solidFill>
              </a:rPr>
              <a:t>Overview of Computing Paradigm: </a:t>
            </a:r>
            <a:r>
              <a:rPr lang="en-US" sz="3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800" b="1" i="0" u="none" strike="noStrike" baseline="0" dirty="0">
                <a:solidFill>
                  <a:srgbClr val="000000"/>
                </a:solidFill>
              </a:rPr>
              <a:t>Introduction to Cloud Computing: </a:t>
            </a:r>
            <a:r>
              <a:rPr lang="en-US" sz="3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800" b="1" i="0" u="none" strike="noStrike" baseline="0" dirty="0">
                <a:solidFill>
                  <a:srgbClr val="000000"/>
                </a:solidFill>
              </a:rPr>
              <a:t>Migrating into a Cloud: </a:t>
            </a:r>
            <a:r>
              <a:rPr lang="en-US" sz="3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800" b="1" i="0" u="none" strike="noStrike" baseline="0" dirty="0">
                <a:solidFill>
                  <a:srgbClr val="000000"/>
                </a:solidFill>
              </a:rPr>
              <a:t>Virtualization: </a:t>
            </a:r>
            <a:r>
              <a:rPr lang="en-US" sz="3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800" b="1" i="0" u="none" strike="noStrike" baseline="0" dirty="0">
                <a:solidFill>
                  <a:srgbClr val="000000"/>
                </a:solidFill>
              </a:rPr>
              <a:t>Capacity Planning: </a:t>
            </a:r>
            <a:r>
              <a:rPr lang="en-US" sz="3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670183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pPr algn="ctr"/>
            <a:r>
              <a:rPr lang="en-US" altLang="en-US" sz="3200" b="1" kern="0" dirty="0">
                <a:latin typeface="+mj-lt"/>
              </a:rPr>
              <a:t>Key objectives or learning outcomes</a:t>
            </a:r>
            <a:endParaRPr lang="en-IN" sz="3200" dirty="0">
              <a:latin typeface="+mj-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305800" cy="2590800"/>
          </a:xfrm>
        </p:spPr>
        <p:txBody>
          <a:bodyPr>
            <a:noAutofit/>
          </a:bodyPr>
          <a:lstStyle/>
          <a:p>
            <a:pPr algn="just"/>
            <a:r>
              <a:rPr lang="en-US" sz="2000" b="0" i="0" u="none" strike="noStrike" baseline="0" dirty="0">
                <a:solidFill>
                  <a:srgbClr val="000000"/>
                </a:solidFill>
              </a:rPr>
              <a:t>CO1 	Understand the basic concept and importance of cloud computing. </a:t>
            </a:r>
          </a:p>
          <a:p>
            <a:pPr algn="just"/>
            <a:r>
              <a:rPr lang="en-US" sz="2000" b="0" i="0" u="none" strike="noStrike" baseline="0" dirty="0">
                <a:solidFill>
                  <a:srgbClr val="000000"/>
                </a:solidFill>
              </a:rPr>
              <a:t>CO2 	Access the suitability of migrating to a cloud solution for different applications.</a:t>
            </a:r>
          </a:p>
          <a:p>
            <a:pPr algn="just"/>
            <a:r>
              <a:rPr lang="en-US" sz="2000" b="0" i="0" u="none" strike="noStrike" baseline="0" dirty="0">
                <a:solidFill>
                  <a:srgbClr val="000000"/>
                </a:solidFill>
              </a:rPr>
              <a:t>CO3 	Compare and evaluate the virtualization technologies. 	</a:t>
            </a:r>
          </a:p>
          <a:p>
            <a:pPr algn="just"/>
            <a:r>
              <a:rPr lang="en-US" sz="2000" b="0" i="0" u="none" strike="noStrike" baseline="0" dirty="0">
                <a:solidFill>
                  <a:srgbClr val="000000"/>
                </a:solidFill>
              </a:rPr>
              <a:t>CO4 	Monitor and manage the cloud resources, applications and data while addressing 	the security concerns. 	</a:t>
            </a:r>
            <a:endParaRPr lang="en-US" sz="2000" dirty="0">
              <a:solidFill>
                <a:srgbClr val="000000"/>
              </a:solidFill>
            </a:endParaRPr>
          </a:p>
          <a:p>
            <a:pPr algn="just"/>
            <a:r>
              <a:rPr lang="en-US" sz="20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081484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t>CO Introduction</a:t>
            </a:r>
            <a:endParaRPr lang="en-IN" sz="3200" dirty="0"/>
          </a:p>
        </p:txBody>
      </p:sp>
      <p:graphicFrame>
        <p:nvGraphicFramePr>
          <p:cNvPr id="10" name="Content Placeholder 9"/>
          <p:cNvGraphicFramePr>
            <a:graphicFrameLocks noGrp="1"/>
          </p:cNvGraphicFramePr>
          <p:nvPr>
            <p:ph idx="1"/>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925231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028951" y="0"/>
            <a:ext cx="3086100"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Autofit/>
          </a:bodyPr>
          <a:lstStyle/>
          <a:p>
            <a:pPr algn="just">
              <a:lnSpc>
                <a:spcPct val="150000"/>
              </a:lnSpc>
            </a:pPr>
            <a:r>
              <a:rPr lang="en-US" sz="2000" dirty="0"/>
              <a:t>Cloud computing is the delivery of computing services—such as servers, storage, databases, networking, software, and analytics—over the internet (the cloud). </a:t>
            </a:r>
          </a:p>
          <a:p>
            <a:pPr algn="just">
              <a:lnSpc>
                <a:spcPct val="150000"/>
              </a:lnSpc>
            </a:pPr>
            <a:r>
              <a:rPr lang="en-US" sz="2000" dirty="0"/>
              <a:t>These services allow businesses and individuals to access and use technology resources on-demand, without the need to own or manage physical hardware and software infrastructure. </a:t>
            </a:r>
          </a:p>
          <a:p>
            <a:pPr algn="just">
              <a:lnSpc>
                <a:spcPct val="150000"/>
              </a:lnSpc>
            </a:pPr>
            <a:r>
              <a:rPr lang="en-US" sz="2000" dirty="0"/>
              <a:t>Users pay for these services based on usage, making cloud computing a flexible and cost-effective solution.</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pPr algn="ctr"/>
            <a:r>
              <a:rPr lang="en-US" altLang="en-US" sz="3200" b="1" kern="0" dirty="0"/>
              <a:t>Brief of what the presentation will</a:t>
            </a:r>
            <a:endParaRPr lang="en-IN" sz="32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spc="-25" dirty="0">
                <a:latin typeface="Calibri"/>
                <a:cs typeface="Calibri"/>
              </a:rPr>
              <a:t>Cloud </a:t>
            </a:r>
            <a:r>
              <a:rPr lang="en-US" sz="2400" b="1" spc="-5" dirty="0">
                <a:latin typeface="Calibri"/>
                <a:cs typeface="Calibri"/>
              </a:rPr>
              <a:t>Computing</a:t>
            </a:r>
          </a:p>
          <a:p>
            <a:pPr>
              <a:buFont typeface="+mj-lt"/>
              <a:buAutoNum type="arabicPeriod"/>
            </a:pPr>
            <a:r>
              <a:rPr lang="en-US" sz="2400" b="1" spc="-5" dirty="0">
                <a:latin typeface="Calibri"/>
                <a:cs typeface="Calibri"/>
              </a:rPr>
              <a:t>Cloud-Sourcing</a:t>
            </a:r>
          </a:p>
          <a:p>
            <a:pPr>
              <a:buFont typeface="+mj-lt"/>
              <a:buAutoNum type="arabicPeriod"/>
            </a:pPr>
            <a:r>
              <a:rPr lang="en-US" sz="2400" b="1" spc="-5" dirty="0">
                <a:latin typeface="Calibri"/>
                <a:cs typeface="Calibri"/>
              </a:rPr>
              <a:t>Storage</a:t>
            </a:r>
          </a:p>
          <a:p>
            <a:pPr>
              <a:buFont typeface="+mj-lt"/>
              <a:buAutoNum type="arabicPeriod"/>
            </a:pPr>
            <a:r>
              <a:rPr lang="en-US" sz="2400" b="1" spc="-5" dirty="0">
                <a:latin typeface="Calibri"/>
                <a:cs typeface="Calibri"/>
              </a:rPr>
              <a:t>Advantages</a:t>
            </a:r>
          </a:p>
          <a:p>
            <a:pPr>
              <a:buFont typeface="+mj-lt"/>
              <a:buAutoNum type="arabicPeriod"/>
            </a:pPr>
            <a:r>
              <a:rPr lang="en-US" sz="2400" b="1" spc="-5" dirty="0">
                <a:latin typeface="Calibri"/>
                <a:cs typeface="Calibri"/>
              </a:rPr>
              <a:t>Disadvantages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sz="2200" b="1" dirty="0"/>
              <a:t>Scalability and Flexibility</a:t>
            </a:r>
            <a:r>
              <a:rPr lang="en-US" sz="2200" dirty="0"/>
              <a:t>: Cloud computing provides on-demand access to a vast range of resources, enabling businesses to scale up or down based on their needs.</a:t>
            </a:r>
          </a:p>
          <a:p>
            <a:pPr algn="just"/>
            <a:r>
              <a:rPr lang="en-US" sz="2200" b="1" dirty="0"/>
              <a:t>Cost Efficiency</a:t>
            </a:r>
            <a:r>
              <a:rPr lang="en-US" sz="2200" dirty="0"/>
              <a:t>: By using cloud services, businesses can significantly reduce costs associated with maintaining and upgrading physical hardware.</a:t>
            </a:r>
          </a:p>
          <a:p>
            <a:pPr algn="just"/>
            <a:r>
              <a:rPr lang="en-US" sz="2200" b="1" dirty="0"/>
              <a:t>Accessibility and Collaboration</a:t>
            </a:r>
            <a:r>
              <a:rPr lang="en-US" sz="2200"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sz="22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224F-9E94-3C44-6D22-32A42D011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44677-62B0-8F00-F07A-0F7BD2FFA94B}"/>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02F6C73-A9E6-72CB-FEF0-E86280C24A75}"/>
              </a:ext>
            </a:extLst>
          </p:cNvPr>
          <p:cNvSpPr>
            <a:spLocks noGrp="1"/>
          </p:cNvSpPr>
          <p:nvPr>
            <p:ph idx="1"/>
          </p:nvPr>
        </p:nvSpPr>
        <p:spPr/>
        <p:txBody>
          <a:bodyPr>
            <a:normAutofit fontScale="625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Cloud Computing</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dirty="0"/>
              <a:t>Cloud computing is a transformative technology that enables users to access, store, and manage data and applications over the internet, rather than relying on local servers or personal computers. It provides a variety of computing services—such as computing power, storage, databases, and software—through the internet, allowing businesses and individuals to use these resources on-demand without the need to invest heavily in infrastructure or hardware.</a:t>
            </a:r>
            <a:endParaRPr lang="en-IN" sz="2800" dirty="0"/>
          </a:p>
        </p:txBody>
      </p:sp>
      <p:sp>
        <p:nvSpPr>
          <p:cNvPr id="5" name="Footer Placeholder 4">
            <a:extLst>
              <a:ext uri="{FF2B5EF4-FFF2-40B4-BE49-F238E27FC236}">
                <a16:creationId xmlns:a16="http://schemas.microsoft.com/office/drawing/2014/main" id="{FFD00332-83B2-79DF-7345-53139B26E1D8}"/>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6C63C050-42D8-CAA6-B5C0-8361FAFDEB11}"/>
              </a:ext>
            </a:extLst>
          </p:cNvPr>
          <p:cNvSpPr>
            <a:spLocks noGrp="1"/>
          </p:cNvSpPr>
          <p:nvPr>
            <p:ph type="sldNum" sz="quarter" idx="12"/>
          </p:nvPr>
        </p:nvSpPr>
        <p:spPr/>
        <p:txBody>
          <a:bodyPr/>
          <a:lstStyle/>
          <a:p>
            <a:fld id="{7B69A187-1465-481C-91D5-B2B7D79C567F}" type="slidenum">
              <a:rPr lang="en-US" smtClean="0"/>
              <a:pPr/>
              <a:t>10</a:t>
            </a:fld>
            <a:endParaRPr lang="en-US" dirty="0"/>
          </a:p>
        </p:txBody>
      </p:sp>
      <p:pic>
        <p:nvPicPr>
          <p:cNvPr id="3" name="Picture 2">
            <a:extLst>
              <a:ext uri="{FF2B5EF4-FFF2-40B4-BE49-F238E27FC236}">
                <a16:creationId xmlns:a16="http://schemas.microsoft.com/office/drawing/2014/main" id="{A3484E65-1626-7EAD-2474-8EA0A7C8D5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6C41520-1127-8115-66BC-FD52B0BFB0E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25725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198217"/>
            <a:ext cx="2885440" cy="505267"/>
          </a:xfrm>
          <a:prstGeom prst="rect">
            <a:avLst/>
          </a:prstGeom>
        </p:spPr>
        <p:txBody>
          <a:bodyPr vert="horz" wrap="square" lIns="0" tIns="12700" rIns="0" bIns="0" rtlCol="0">
            <a:spAutoFit/>
          </a:bodyPr>
          <a:lstStyle/>
          <a:p>
            <a:pPr marL="12700">
              <a:lnSpc>
                <a:spcPct val="100000"/>
              </a:lnSpc>
              <a:spcBef>
                <a:spcPts val="100"/>
              </a:spcBef>
            </a:pPr>
            <a:r>
              <a:rPr sz="3200" b="1" spc="-10" dirty="0"/>
              <a:t>Cloud-Sourcing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14</a:t>
            </a:r>
          </a:p>
        </p:txBody>
      </p:sp>
      <p:sp>
        <p:nvSpPr>
          <p:cNvPr id="3" name="object 3"/>
          <p:cNvSpPr txBox="1"/>
          <p:nvPr/>
        </p:nvSpPr>
        <p:spPr>
          <a:xfrm>
            <a:off x="521017" y="971550"/>
            <a:ext cx="5015865" cy="3721100"/>
          </a:xfrm>
          <a:prstGeom prst="rect">
            <a:avLst/>
          </a:prstGeom>
        </p:spPr>
        <p:txBody>
          <a:bodyPr vert="horz" wrap="square" lIns="0" tIns="76835" rIns="0" bIns="0" rtlCol="0">
            <a:spAutoFit/>
          </a:bodyPr>
          <a:lstStyle/>
          <a:p>
            <a:pPr marL="355600" indent="-342900">
              <a:lnSpc>
                <a:spcPct val="100000"/>
              </a:lnSpc>
              <a:spcBef>
                <a:spcPts val="605"/>
              </a:spcBef>
              <a:buFont typeface="Arial MT"/>
              <a:buChar char="•"/>
              <a:tabLst>
                <a:tab pos="354965" algn="l"/>
                <a:tab pos="355600" algn="l"/>
              </a:tabLst>
            </a:pPr>
            <a:r>
              <a:rPr sz="1600" b="1" spc="-15" dirty="0">
                <a:latin typeface="Calibri"/>
                <a:cs typeface="Calibri"/>
              </a:rPr>
              <a:t>Why</a:t>
            </a:r>
            <a:r>
              <a:rPr sz="1600" b="1" spc="5" dirty="0">
                <a:latin typeface="Calibri"/>
                <a:cs typeface="Calibri"/>
              </a:rPr>
              <a:t> </a:t>
            </a:r>
            <a:r>
              <a:rPr sz="1600" b="1" spc="-5" dirty="0">
                <a:latin typeface="Calibri"/>
                <a:cs typeface="Calibri"/>
              </a:rPr>
              <a:t>is</a:t>
            </a:r>
            <a:r>
              <a:rPr sz="1600" b="1" dirty="0">
                <a:latin typeface="Calibri"/>
                <a:cs typeface="Calibri"/>
              </a:rPr>
              <a:t> </a:t>
            </a:r>
            <a:r>
              <a:rPr sz="1600" b="1" spc="-5" dirty="0">
                <a:latin typeface="Calibri"/>
                <a:cs typeface="Calibri"/>
              </a:rPr>
              <a:t>it</a:t>
            </a:r>
            <a:r>
              <a:rPr sz="1600" b="1" spc="-20" dirty="0">
                <a:latin typeface="Calibri"/>
                <a:cs typeface="Calibri"/>
              </a:rPr>
              <a:t> </a:t>
            </a:r>
            <a:r>
              <a:rPr sz="1600" b="1" spc="-10" dirty="0">
                <a:latin typeface="Calibri"/>
                <a:cs typeface="Calibri"/>
              </a:rPr>
              <a:t>becoming</a:t>
            </a:r>
            <a:r>
              <a:rPr sz="1600" b="1" spc="15" dirty="0">
                <a:latin typeface="Calibri"/>
                <a:cs typeface="Calibri"/>
              </a:rPr>
              <a:t> </a:t>
            </a:r>
            <a:r>
              <a:rPr sz="1600" b="1" spc="-10" dirty="0">
                <a:latin typeface="Calibri"/>
                <a:cs typeface="Calibri"/>
              </a:rPr>
              <a:t>important</a:t>
            </a:r>
            <a:r>
              <a:rPr sz="1600" b="1" dirty="0">
                <a:latin typeface="Calibri"/>
                <a:cs typeface="Calibri"/>
              </a:rPr>
              <a:t> </a:t>
            </a:r>
            <a:r>
              <a:rPr sz="1600" b="1" spc="-5" dirty="0">
                <a:latin typeface="Calibri"/>
                <a:cs typeface="Calibri"/>
              </a:rPr>
              <a:t>?</a:t>
            </a:r>
            <a:endParaRPr sz="1600" dirty="0">
              <a:latin typeface="Calibri"/>
              <a:cs typeface="Calibri"/>
            </a:endParaRPr>
          </a:p>
          <a:p>
            <a:pPr marL="756285" lvl="1" indent="-287020">
              <a:lnSpc>
                <a:spcPct val="100000"/>
              </a:lnSpc>
              <a:spcBef>
                <a:spcPts val="509"/>
              </a:spcBef>
              <a:buFont typeface="Arial MT"/>
              <a:buChar char="–"/>
              <a:tabLst>
                <a:tab pos="756285" algn="l"/>
                <a:tab pos="756920" algn="l"/>
              </a:tabLst>
            </a:pPr>
            <a:r>
              <a:rPr sz="1600" spc="-5" dirty="0">
                <a:latin typeface="Calibri"/>
                <a:cs typeface="Calibri"/>
              </a:rPr>
              <a:t>Using</a:t>
            </a:r>
            <a:r>
              <a:rPr sz="1600" dirty="0">
                <a:latin typeface="Calibri"/>
                <a:cs typeface="Calibri"/>
              </a:rPr>
              <a:t> </a:t>
            </a:r>
            <a:r>
              <a:rPr sz="1600" spc="-10" dirty="0">
                <a:latin typeface="Calibri"/>
                <a:cs typeface="Calibri"/>
              </a:rPr>
              <a:t>high-scale/low-cost</a:t>
            </a:r>
            <a:r>
              <a:rPr sz="1600" dirty="0">
                <a:latin typeface="Calibri"/>
                <a:cs typeface="Calibri"/>
              </a:rPr>
              <a:t> </a:t>
            </a:r>
            <a:r>
              <a:rPr sz="1600" spc="-15" dirty="0">
                <a:latin typeface="Calibri"/>
                <a:cs typeface="Calibri"/>
              </a:rPr>
              <a:t>providers,</a:t>
            </a:r>
            <a:endParaRPr sz="1600" dirty="0">
              <a:latin typeface="Calibri"/>
              <a:cs typeface="Calibri"/>
            </a:endParaRPr>
          </a:p>
          <a:p>
            <a:pPr marL="756285" lvl="1" indent="-287020">
              <a:lnSpc>
                <a:spcPct val="100000"/>
              </a:lnSpc>
              <a:spcBef>
                <a:spcPts val="500"/>
              </a:spcBef>
              <a:buFont typeface="Arial MT"/>
              <a:buChar char="–"/>
              <a:tabLst>
                <a:tab pos="756285" algn="l"/>
                <a:tab pos="756920" algn="l"/>
              </a:tabLst>
            </a:pPr>
            <a:r>
              <a:rPr sz="1600" spc="-15" dirty="0">
                <a:latin typeface="Calibri"/>
                <a:cs typeface="Calibri"/>
              </a:rPr>
              <a:t>Any</a:t>
            </a:r>
            <a:r>
              <a:rPr sz="1600" spc="-10" dirty="0">
                <a:latin typeface="Calibri"/>
                <a:cs typeface="Calibri"/>
              </a:rPr>
              <a:t> </a:t>
            </a:r>
            <a:r>
              <a:rPr sz="1600" spc="-5" dirty="0">
                <a:latin typeface="Calibri"/>
                <a:cs typeface="Calibri"/>
              </a:rPr>
              <a:t>time/place</a:t>
            </a:r>
            <a:r>
              <a:rPr sz="1600" spc="-20" dirty="0">
                <a:latin typeface="Calibri"/>
                <a:cs typeface="Calibri"/>
              </a:rPr>
              <a:t> </a:t>
            </a:r>
            <a:r>
              <a:rPr sz="1600" spc="-5" dirty="0">
                <a:latin typeface="Calibri"/>
                <a:cs typeface="Calibri"/>
              </a:rPr>
              <a:t>access</a:t>
            </a:r>
            <a:r>
              <a:rPr sz="1600" dirty="0">
                <a:latin typeface="Calibri"/>
                <a:cs typeface="Calibri"/>
              </a:rPr>
              <a:t> </a:t>
            </a:r>
            <a:r>
              <a:rPr sz="1600" spc="-5" dirty="0">
                <a:latin typeface="Calibri"/>
                <a:cs typeface="Calibri"/>
              </a:rPr>
              <a:t>via</a:t>
            </a:r>
            <a:r>
              <a:rPr sz="1600" spc="-20" dirty="0">
                <a:latin typeface="Calibri"/>
                <a:cs typeface="Calibri"/>
              </a:rPr>
              <a:t> </a:t>
            </a:r>
            <a:r>
              <a:rPr sz="1600" spc="-10" dirty="0">
                <a:latin typeface="Calibri"/>
                <a:cs typeface="Calibri"/>
              </a:rPr>
              <a:t>web</a:t>
            </a:r>
            <a:r>
              <a:rPr sz="1600" spc="5" dirty="0">
                <a:latin typeface="Calibri"/>
                <a:cs typeface="Calibri"/>
              </a:rPr>
              <a:t> </a:t>
            </a:r>
            <a:r>
              <a:rPr sz="1600" spc="-30" dirty="0">
                <a:latin typeface="Calibri"/>
                <a:cs typeface="Calibri"/>
              </a:rPr>
              <a:t>browser,</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5" dirty="0">
                <a:latin typeface="Calibri"/>
                <a:cs typeface="Calibri"/>
              </a:rPr>
              <a:t>Rapid</a:t>
            </a:r>
            <a:r>
              <a:rPr sz="1600" spc="-20" dirty="0">
                <a:latin typeface="Calibri"/>
                <a:cs typeface="Calibri"/>
              </a:rPr>
              <a:t> </a:t>
            </a:r>
            <a:r>
              <a:rPr sz="1600" spc="-5" dirty="0">
                <a:latin typeface="Calibri"/>
                <a:cs typeface="Calibri"/>
              </a:rPr>
              <a:t>scalability;</a:t>
            </a:r>
            <a:r>
              <a:rPr sz="1600" spc="-35" dirty="0">
                <a:latin typeface="Calibri"/>
                <a:cs typeface="Calibri"/>
              </a:rPr>
              <a:t> </a:t>
            </a:r>
            <a:r>
              <a:rPr sz="1600" spc="-10" dirty="0">
                <a:latin typeface="Calibri"/>
                <a:cs typeface="Calibri"/>
              </a:rPr>
              <a:t>incremental</a:t>
            </a:r>
            <a:r>
              <a:rPr sz="1600" spc="10" dirty="0">
                <a:latin typeface="Calibri"/>
                <a:cs typeface="Calibri"/>
              </a:rPr>
              <a:t> </a:t>
            </a:r>
            <a:r>
              <a:rPr sz="1600" spc="-15" dirty="0">
                <a:latin typeface="Calibri"/>
                <a:cs typeface="Calibri"/>
              </a:rPr>
              <a:t>cost</a:t>
            </a:r>
            <a:r>
              <a:rPr sz="1600" dirty="0">
                <a:latin typeface="Calibri"/>
                <a:cs typeface="Calibri"/>
              </a:rPr>
              <a:t> </a:t>
            </a:r>
            <a:r>
              <a:rPr sz="1600" spc="-5" dirty="0">
                <a:latin typeface="Calibri"/>
                <a:cs typeface="Calibri"/>
              </a:rPr>
              <a:t>and</a:t>
            </a:r>
            <a:r>
              <a:rPr sz="1600" spc="-10" dirty="0">
                <a:latin typeface="Calibri"/>
                <a:cs typeface="Calibri"/>
              </a:rPr>
              <a:t> </a:t>
            </a:r>
            <a:r>
              <a:rPr sz="1600" spc="-5" dirty="0">
                <a:latin typeface="Calibri"/>
                <a:cs typeface="Calibri"/>
              </a:rPr>
              <a:t>load</a:t>
            </a:r>
            <a:r>
              <a:rPr sz="1600" spc="-10" dirty="0">
                <a:latin typeface="Calibri"/>
                <a:cs typeface="Calibri"/>
              </a:rPr>
              <a:t> </a:t>
            </a:r>
            <a:r>
              <a:rPr sz="1600" spc="-5" dirty="0">
                <a:latin typeface="Calibri"/>
                <a:cs typeface="Calibri"/>
              </a:rPr>
              <a:t>sharing,</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5" dirty="0">
                <a:latin typeface="Calibri"/>
                <a:cs typeface="Calibri"/>
              </a:rPr>
              <a:t>Can</a:t>
            </a:r>
            <a:r>
              <a:rPr sz="1600" spc="-20" dirty="0">
                <a:latin typeface="Calibri"/>
                <a:cs typeface="Calibri"/>
              </a:rPr>
              <a:t> forget</a:t>
            </a:r>
            <a:r>
              <a:rPr sz="1600" spc="20" dirty="0">
                <a:latin typeface="Calibri"/>
                <a:cs typeface="Calibri"/>
              </a:rPr>
              <a:t> </a:t>
            </a:r>
            <a:r>
              <a:rPr sz="1600" spc="-10" dirty="0">
                <a:latin typeface="Calibri"/>
                <a:cs typeface="Calibri"/>
              </a:rPr>
              <a:t>need</a:t>
            </a:r>
            <a:r>
              <a:rPr sz="1600" spc="15" dirty="0">
                <a:latin typeface="Calibri"/>
                <a:cs typeface="Calibri"/>
              </a:rPr>
              <a:t> </a:t>
            </a:r>
            <a:r>
              <a:rPr sz="1600" spc="-10" dirty="0">
                <a:latin typeface="Calibri"/>
                <a:cs typeface="Calibri"/>
              </a:rPr>
              <a:t>to </a:t>
            </a:r>
            <a:r>
              <a:rPr sz="1600" spc="-15" dirty="0">
                <a:latin typeface="Calibri"/>
                <a:cs typeface="Calibri"/>
              </a:rPr>
              <a:t>focus</a:t>
            </a:r>
            <a:r>
              <a:rPr sz="1600" dirty="0">
                <a:latin typeface="Calibri"/>
                <a:cs typeface="Calibri"/>
              </a:rPr>
              <a:t> </a:t>
            </a:r>
            <a:r>
              <a:rPr sz="1600" spc="-5" dirty="0">
                <a:latin typeface="Calibri"/>
                <a:cs typeface="Calibri"/>
              </a:rPr>
              <a:t>on</a:t>
            </a:r>
            <a:r>
              <a:rPr sz="1600" spc="5" dirty="0">
                <a:latin typeface="Calibri"/>
                <a:cs typeface="Calibri"/>
              </a:rPr>
              <a:t> </a:t>
            </a:r>
            <a:r>
              <a:rPr sz="1600" spc="-10" dirty="0">
                <a:latin typeface="Calibri"/>
                <a:cs typeface="Calibri"/>
              </a:rPr>
              <a:t>local </a:t>
            </a:r>
            <a:r>
              <a:rPr sz="1600" spc="-55" dirty="0">
                <a:latin typeface="Calibri"/>
                <a:cs typeface="Calibri"/>
              </a:rPr>
              <a:t>IT.</a:t>
            </a:r>
            <a:endParaRPr sz="1600" dirty="0">
              <a:latin typeface="Calibri"/>
              <a:cs typeface="Calibri"/>
            </a:endParaRPr>
          </a:p>
          <a:p>
            <a:pPr marL="355600" indent="-342900">
              <a:lnSpc>
                <a:spcPct val="100000"/>
              </a:lnSpc>
              <a:spcBef>
                <a:spcPts val="505"/>
              </a:spcBef>
              <a:buFont typeface="Arial MT"/>
              <a:buChar char="•"/>
              <a:tabLst>
                <a:tab pos="354965" algn="l"/>
                <a:tab pos="355600" algn="l"/>
              </a:tabLst>
            </a:pPr>
            <a:r>
              <a:rPr sz="1600" b="1" spc="-5" dirty="0">
                <a:latin typeface="Calibri"/>
                <a:cs typeface="Calibri"/>
              </a:rPr>
              <a:t>Concerns:</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10" dirty="0">
                <a:latin typeface="Calibri"/>
                <a:cs typeface="Calibri"/>
              </a:rPr>
              <a:t>Performance,</a:t>
            </a:r>
            <a:r>
              <a:rPr sz="1600" spc="25" dirty="0">
                <a:latin typeface="Calibri"/>
                <a:cs typeface="Calibri"/>
              </a:rPr>
              <a:t> </a:t>
            </a:r>
            <a:r>
              <a:rPr sz="1600" spc="-15" dirty="0">
                <a:latin typeface="Calibri"/>
                <a:cs typeface="Calibri"/>
              </a:rPr>
              <a:t>reliability,</a:t>
            </a:r>
            <a:r>
              <a:rPr sz="1600" spc="-40" dirty="0">
                <a:latin typeface="Calibri"/>
                <a:cs typeface="Calibri"/>
              </a:rPr>
              <a:t> </a:t>
            </a:r>
            <a:r>
              <a:rPr sz="1600" spc="-5" dirty="0">
                <a:latin typeface="Calibri"/>
                <a:cs typeface="Calibri"/>
              </a:rPr>
              <a:t>and</a:t>
            </a:r>
            <a:r>
              <a:rPr sz="1600" spc="-25" dirty="0">
                <a:latin typeface="Calibri"/>
                <a:cs typeface="Calibri"/>
              </a:rPr>
              <a:t> </a:t>
            </a:r>
            <a:r>
              <a:rPr sz="1600" spc="-10" dirty="0">
                <a:latin typeface="Calibri"/>
                <a:cs typeface="Calibri"/>
              </a:rPr>
              <a:t>SLAs,</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10" dirty="0">
                <a:latin typeface="Calibri"/>
                <a:cs typeface="Calibri"/>
              </a:rPr>
              <a:t>Control</a:t>
            </a:r>
            <a:r>
              <a:rPr sz="1600" dirty="0">
                <a:latin typeface="Calibri"/>
                <a:cs typeface="Calibri"/>
              </a:rPr>
              <a:t> </a:t>
            </a:r>
            <a:r>
              <a:rPr sz="1600" spc="-5" dirty="0">
                <a:latin typeface="Calibri"/>
                <a:cs typeface="Calibri"/>
              </a:rPr>
              <a:t>of</a:t>
            </a:r>
            <a:r>
              <a:rPr sz="1600" dirty="0">
                <a:latin typeface="Calibri"/>
                <a:cs typeface="Calibri"/>
              </a:rPr>
              <a:t> </a:t>
            </a:r>
            <a:r>
              <a:rPr sz="1600" spc="-10" dirty="0">
                <a:latin typeface="Calibri"/>
                <a:cs typeface="Calibri"/>
              </a:rPr>
              <a:t>data,</a:t>
            </a:r>
            <a:r>
              <a:rPr sz="1600" spc="-25" dirty="0">
                <a:latin typeface="Calibri"/>
                <a:cs typeface="Calibri"/>
              </a:rPr>
              <a:t> </a:t>
            </a:r>
            <a:r>
              <a:rPr sz="1600" spc="-5" dirty="0">
                <a:latin typeface="Calibri"/>
                <a:cs typeface="Calibri"/>
              </a:rPr>
              <a:t>and</a:t>
            </a:r>
            <a:r>
              <a:rPr sz="1600" spc="-20" dirty="0">
                <a:latin typeface="Calibri"/>
                <a:cs typeface="Calibri"/>
              </a:rPr>
              <a:t> </a:t>
            </a:r>
            <a:r>
              <a:rPr sz="1600" spc="-5" dirty="0">
                <a:latin typeface="Calibri"/>
                <a:cs typeface="Calibri"/>
              </a:rPr>
              <a:t>service</a:t>
            </a:r>
            <a:r>
              <a:rPr sz="1600" spc="15" dirty="0">
                <a:latin typeface="Calibri"/>
                <a:cs typeface="Calibri"/>
              </a:rPr>
              <a:t> </a:t>
            </a:r>
            <a:r>
              <a:rPr sz="1600" spc="-15" dirty="0">
                <a:latin typeface="Calibri"/>
                <a:cs typeface="Calibri"/>
              </a:rPr>
              <a:t>parameters,</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5" dirty="0">
                <a:latin typeface="Calibri"/>
                <a:cs typeface="Calibri"/>
              </a:rPr>
              <a:t>Application</a:t>
            </a:r>
            <a:r>
              <a:rPr sz="1600" spc="-35" dirty="0">
                <a:latin typeface="Calibri"/>
                <a:cs typeface="Calibri"/>
              </a:rPr>
              <a:t> </a:t>
            </a:r>
            <a:r>
              <a:rPr sz="1600" spc="-15" dirty="0">
                <a:latin typeface="Calibri"/>
                <a:cs typeface="Calibri"/>
              </a:rPr>
              <a:t>features</a:t>
            </a:r>
            <a:r>
              <a:rPr sz="1600" spc="-5" dirty="0">
                <a:latin typeface="Calibri"/>
                <a:cs typeface="Calibri"/>
              </a:rPr>
              <a:t> and</a:t>
            </a:r>
            <a:r>
              <a:rPr sz="1600" spc="-15" dirty="0">
                <a:latin typeface="Calibri"/>
                <a:cs typeface="Calibri"/>
              </a:rPr>
              <a:t> </a:t>
            </a:r>
            <a:r>
              <a:rPr sz="1600" spc="-5" dirty="0">
                <a:latin typeface="Calibri"/>
                <a:cs typeface="Calibri"/>
              </a:rPr>
              <a:t>choices,</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10" dirty="0">
                <a:latin typeface="Calibri"/>
                <a:cs typeface="Calibri"/>
              </a:rPr>
              <a:t>Interaction</a:t>
            </a:r>
            <a:r>
              <a:rPr sz="1600" spc="-5" dirty="0">
                <a:latin typeface="Calibri"/>
                <a:cs typeface="Calibri"/>
              </a:rPr>
              <a:t> </a:t>
            </a:r>
            <a:r>
              <a:rPr sz="1600" spc="-10" dirty="0">
                <a:latin typeface="Calibri"/>
                <a:cs typeface="Calibri"/>
              </a:rPr>
              <a:t>between</a:t>
            </a:r>
            <a:r>
              <a:rPr sz="1600" spc="15" dirty="0">
                <a:latin typeface="Calibri"/>
                <a:cs typeface="Calibri"/>
              </a:rPr>
              <a:t> </a:t>
            </a:r>
            <a:r>
              <a:rPr sz="1600" spc="-5" dirty="0">
                <a:latin typeface="Calibri"/>
                <a:cs typeface="Calibri"/>
              </a:rPr>
              <a:t>Cloud </a:t>
            </a:r>
            <a:r>
              <a:rPr sz="1600" spc="-15" dirty="0">
                <a:latin typeface="Calibri"/>
                <a:cs typeface="Calibri"/>
              </a:rPr>
              <a:t>providers,</a:t>
            </a:r>
            <a:endParaRPr sz="1600" dirty="0">
              <a:latin typeface="Calibri"/>
              <a:cs typeface="Calibri"/>
            </a:endParaRPr>
          </a:p>
          <a:p>
            <a:pPr marL="756285" lvl="1" indent="-287020">
              <a:lnSpc>
                <a:spcPct val="100000"/>
              </a:lnSpc>
              <a:spcBef>
                <a:spcPts val="505"/>
              </a:spcBef>
              <a:buFont typeface="Arial MT"/>
              <a:buChar char="–"/>
              <a:tabLst>
                <a:tab pos="756285" algn="l"/>
                <a:tab pos="756920" algn="l"/>
              </a:tabLst>
            </a:pPr>
            <a:r>
              <a:rPr sz="1600" spc="-5" dirty="0">
                <a:latin typeface="Calibri"/>
                <a:cs typeface="Calibri"/>
              </a:rPr>
              <a:t>No</a:t>
            </a:r>
            <a:r>
              <a:rPr sz="1600" spc="5" dirty="0">
                <a:latin typeface="Calibri"/>
                <a:cs typeface="Calibri"/>
              </a:rPr>
              <a:t> </a:t>
            </a:r>
            <a:r>
              <a:rPr sz="1600" spc="-15" dirty="0">
                <a:latin typeface="Calibri"/>
                <a:cs typeface="Calibri"/>
              </a:rPr>
              <a:t>standard</a:t>
            </a:r>
            <a:r>
              <a:rPr sz="1600" spc="-10" dirty="0">
                <a:latin typeface="Calibri"/>
                <a:cs typeface="Calibri"/>
              </a:rPr>
              <a:t> </a:t>
            </a:r>
            <a:r>
              <a:rPr sz="1600" spc="-5" dirty="0">
                <a:latin typeface="Calibri"/>
                <a:cs typeface="Calibri"/>
              </a:rPr>
              <a:t>API –</a:t>
            </a:r>
            <a:r>
              <a:rPr sz="1600" dirty="0">
                <a:latin typeface="Calibri"/>
                <a:cs typeface="Calibri"/>
              </a:rPr>
              <a:t> </a:t>
            </a:r>
            <a:r>
              <a:rPr sz="1600" spc="-5" dirty="0">
                <a:latin typeface="Calibri"/>
                <a:cs typeface="Calibri"/>
              </a:rPr>
              <a:t>mix</a:t>
            </a:r>
            <a:r>
              <a:rPr sz="1600" spc="-10" dirty="0">
                <a:latin typeface="Calibri"/>
                <a:cs typeface="Calibri"/>
              </a:rPr>
              <a:t> </a:t>
            </a:r>
            <a:r>
              <a:rPr sz="1600" spc="-5" dirty="0">
                <a:latin typeface="Calibri"/>
                <a:cs typeface="Calibri"/>
              </a:rPr>
              <a:t>of</a:t>
            </a:r>
            <a:r>
              <a:rPr sz="1600" spc="5" dirty="0">
                <a:latin typeface="Calibri"/>
                <a:cs typeface="Calibri"/>
              </a:rPr>
              <a:t> </a:t>
            </a:r>
            <a:r>
              <a:rPr sz="1600" spc="-10" dirty="0">
                <a:latin typeface="Calibri"/>
                <a:cs typeface="Calibri"/>
              </a:rPr>
              <a:t>SOAP</a:t>
            </a:r>
            <a:r>
              <a:rPr sz="1600" spc="-5" dirty="0">
                <a:latin typeface="Calibri"/>
                <a:cs typeface="Calibri"/>
              </a:rPr>
              <a:t> and </a:t>
            </a:r>
            <a:r>
              <a:rPr sz="1600" spc="-10" dirty="0">
                <a:latin typeface="Calibri"/>
                <a:cs typeface="Calibri"/>
              </a:rPr>
              <a:t>REST!</a:t>
            </a:r>
            <a:endParaRPr sz="1600" dirty="0">
              <a:latin typeface="Calibri"/>
              <a:cs typeface="Calibri"/>
            </a:endParaRPr>
          </a:p>
          <a:p>
            <a:pPr marL="756285" lvl="1" indent="-287655">
              <a:lnSpc>
                <a:spcPct val="100000"/>
              </a:lnSpc>
              <a:spcBef>
                <a:spcPts val="505"/>
              </a:spcBef>
              <a:buFont typeface="Arial MT"/>
              <a:buChar char="–"/>
              <a:tabLst>
                <a:tab pos="756285" algn="l"/>
                <a:tab pos="756920" algn="l"/>
              </a:tabLst>
            </a:pPr>
            <a:r>
              <a:rPr sz="1600" spc="-20" dirty="0">
                <a:latin typeface="Calibri"/>
                <a:cs typeface="Calibri"/>
              </a:rPr>
              <a:t>Privacy,</a:t>
            </a:r>
            <a:r>
              <a:rPr sz="1600" spc="-10" dirty="0">
                <a:latin typeface="Calibri"/>
                <a:cs typeface="Calibri"/>
              </a:rPr>
              <a:t> </a:t>
            </a:r>
            <a:r>
              <a:rPr sz="1600" spc="-20" dirty="0">
                <a:latin typeface="Calibri"/>
                <a:cs typeface="Calibri"/>
              </a:rPr>
              <a:t>security,</a:t>
            </a:r>
            <a:r>
              <a:rPr sz="1600" spc="-10" dirty="0">
                <a:latin typeface="Calibri"/>
                <a:cs typeface="Calibri"/>
              </a:rPr>
              <a:t> </a:t>
            </a:r>
            <a:r>
              <a:rPr sz="1600" spc="-5" dirty="0">
                <a:latin typeface="Calibri"/>
                <a:cs typeface="Calibri"/>
              </a:rPr>
              <a:t>compliance,</a:t>
            </a:r>
            <a:r>
              <a:rPr sz="1600" spc="-15" dirty="0">
                <a:latin typeface="Calibri"/>
                <a:cs typeface="Calibri"/>
              </a:rPr>
              <a:t> </a:t>
            </a:r>
            <a:r>
              <a:rPr sz="1600" spc="-5" dirty="0">
                <a:latin typeface="Calibri"/>
                <a:cs typeface="Calibri"/>
              </a:rPr>
              <a:t>trust…</a:t>
            </a:r>
            <a:endParaRPr sz="1600" dirty="0">
              <a:latin typeface="Calibri"/>
              <a:cs typeface="Calibri"/>
            </a:endParaRPr>
          </a:p>
        </p:txBody>
      </p:sp>
      <p:sp>
        <p:nvSpPr>
          <p:cNvPr id="5" name="Footer Placeholder 4">
            <a:extLst>
              <a:ext uri="{FF2B5EF4-FFF2-40B4-BE49-F238E27FC236}">
                <a16:creationId xmlns:a16="http://schemas.microsoft.com/office/drawing/2014/main" id="{B388E809-897B-4C67-5762-405D2AE591C9}"/>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8554" y="353680"/>
            <a:ext cx="2943225" cy="504625"/>
          </a:xfrm>
          <a:prstGeom prst="rect">
            <a:avLst/>
          </a:prstGeom>
        </p:spPr>
        <p:txBody>
          <a:bodyPr vert="horz" wrap="square" lIns="0" tIns="12065" rIns="0" bIns="0" rtlCol="0">
            <a:spAutoFit/>
          </a:bodyPr>
          <a:lstStyle/>
          <a:p>
            <a:pPr marL="12700">
              <a:lnSpc>
                <a:spcPct val="100000"/>
              </a:lnSpc>
              <a:spcBef>
                <a:spcPts val="95"/>
              </a:spcBef>
            </a:pPr>
            <a:r>
              <a:rPr sz="3200" b="1" spc="-5" dirty="0"/>
              <a:t>Cloud</a:t>
            </a:r>
            <a:r>
              <a:rPr sz="3200" b="1" spc="-90" dirty="0"/>
              <a:t> </a:t>
            </a:r>
            <a:r>
              <a:rPr sz="3200" b="1" spc="-30" dirty="0"/>
              <a:t>Storage</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15</a:t>
            </a:r>
          </a:p>
        </p:txBody>
      </p:sp>
      <p:sp>
        <p:nvSpPr>
          <p:cNvPr id="3" name="object 3"/>
          <p:cNvSpPr txBox="1"/>
          <p:nvPr/>
        </p:nvSpPr>
        <p:spPr>
          <a:xfrm>
            <a:off x="307340" y="1064208"/>
            <a:ext cx="8599805" cy="3478516"/>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2400" spc="-15" dirty="0">
                <a:latin typeface="Calibri"/>
                <a:cs typeface="Calibri"/>
              </a:rPr>
              <a:t>Several</a:t>
            </a:r>
            <a:r>
              <a:rPr sz="2400" spc="10" dirty="0">
                <a:latin typeface="Calibri"/>
                <a:cs typeface="Calibri"/>
              </a:rPr>
              <a:t> </a:t>
            </a:r>
            <a:r>
              <a:rPr sz="2400" spc="-10" dirty="0">
                <a:latin typeface="Calibri"/>
                <a:cs typeface="Calibri"/>
              </a:rPr>
              <a:t>large</a:t>
            </a:r>
            <a:r>
              <a:rPr sz="2400" spc="5" dirty="0">
                <a:latin typeface="Calibri"/>
                <a:cs typeface="Calibri"/>
              </a:rPr>
              <a:t> </a:t>
            </a:r>
            <a:r>
              <a:rPr sz="2400" spc="-20" dirty="0">
                <a:latin typeface="Calibri"/>
                <a:cs typeface="Calibri"/>
              </a:rPr>
              <a:t>Web </a:t>
            </a:r>
            <a:r>
              <a:rPr sz="2400" spc="-5" dirty="0">
                <a:latin typeface="Calibri"/>
                <a:cs typeface="Calibri"/>
              </a:rPr>
              <a:t>companies </a:t>
            </a:r>
            <a:r>
              <a:rPr sz="2400" spc="-10" dirty="0">
                <a:latin typeface="Calibri"/>
                <a:cs typeface="Calibri"/>
              </a:rPr>
              <a:t>are</a:t>
            </a:r>
            <a:r>
              <a:rPr sz="2400" spc="10" dirty="0">
                <a:latin typeface="Calibri"/>
                <a:cs typeface="Calibri"/>
              </a:rPr>
              <a:t> </a:t>
            </a:r>
            <a:r>
              <a:rPr sz="2400" spc="-5" dirty="0">
                <a:latin typeface="Calibri"/>
                <a:cs typeface="Calibri"/>
              </a:rPr>
              <a:t>now</a:t>
            </a:r>
            <a:r>
              <a:rPr sz="2400" spc="-25" dirty="0">
                <a:latin typeface="Calibri"/>
                <a:cs typeface="Calibri"/>
              </a:rPr>
              <a:t> </a:t>
            </a:r>
            <a:r>
              <a:rPr sz="2400" spc="-5" dirty="0">
                <a:latin typeface="Calibri"/>
                <a:cs typeface="Calibri"/>
              </a:rPr>
              <a:t>exploiting</a:t>
            </a:r>
            <a:r>
              <a:rPr sz="2400" dirty="0">
                <a:latin typeface="Calibri"/>
                <a:cs typeface="Calibri"/>
              </a:rPr>
              <a:t> the </a:t>
            </a:r>
            <a:r>
              <a:rPr sz="2400" spc="-10" dirty="0">
                <a:latin typeface="Calibri"/>
                <a:cs typeface="Calibri"/>
              </a:rPr>
              <a:t>fact</a:t>
            </a:r>
            <a:r>
              <a:rPr sz="2400" spc="-5" dirty="0">
                <a:latin typeface="Calibri"/>
                <a:cs typeface="Calibri"/>
              </a:rPr>
              <a:t> that</a:t>
            </a:r>
            <a:r>
              <a:rPr sz="2400" spc="5" dirty="0">
                <a:latin typeface="Calibri"/>
                <a:cs typeface="Calibri"/>
              </a:rPr>
              <a:t> </a:t>
            </a:r>
            <a:r>
              <a:rPr sz="2400" dirty="0">
                <a:latin typeface="Calibri"/>
                <a:cs typeface="Calibri"/>
              </a:rPr>
              <a:t>they</a:t>
            </a:r>
            <a:r>
              <a:rPr sz="2400" spc="-5" dirty="0">
                <a:latin typeface="Calibri"/>
                <a:cs typeface="Calibri"/>
              </a:rPr>
              <a:t> </a:t>
            </a:r>
            <a:r>
              <a:rPr sz="2400" spc="-15" dirty="0">
                <a:latin typeface="Calibri"/>
                <a:cs typeface="Calibri"/>
              </a:rPr>
              <a:t>have</a:t>
            </a:r>
            <a:r>
              <a:rPr sz="2400" spc="5" dirty="0">
                <a:latin typeface="Calibri"/>
                <a:cs typeface="Calibri"/>
              </a:rPr>
              <a:t> </a:t>
            </a:r>
            <a:r>
              <a:rPr sz="2400" spc="-15" dirty="0">
                <a:latin typeface="Calibri"/>
                <a:cs typeface="Calibri"/>
              </a:rPr>
              <a:t>data</a:t>
            </a:r>
            <a:endParaRPr sz="2400" dirty="0">
              <a:latin typeface="Calibri"/>
              <a:cs typeface="Calibri"/>
            </a:endParaRPr>
          </a:p>
          <a:p>
            <a:pPr marL="355600">
              <a:lnSpc>
                <a:spcPct val="100000"/>
              </a:lnSpc>
            </a:pPr>
            <a:r>
              <a:rPr sz="2400" spc="-15" dirty="0">
                <a:latin typeface="Calibri"/>
                <a:cs typeface="Calibri"/>
              </a:rPr>
              <a:t>storage</a:t>
            </a:r>
            <a:r>
              <a:rPr sz="2400" spc="-5" dirty="0">
                <a:latin typeface="Calibri"/>
                <a:cs typeface="Calibri"/>
              </a:rPr>
              <a:t> </a:t>
            </a:r>
            <a:r>
              <a:rPr sz="2400" dirty="0">
                <a:latin typeface="Calibri"/>
                <a:cs typeface="Calibri"/>
              </a:rPr>
              <a:t>capacity</a:t>
            </a:r>
            <a:r>
              <a:rPr sz="2400" spc="-25" dirty="0">
                <a:latin typeface="Calibri"/>
                <a:cs typeface="Calibri"/>
              </a:rPr>
              <a:t> </a:t>
            </a:r>
            <a:r>
              <a:rPr sz="2400" spc="-5" dirty="0">
                <a:latin typeface="Calibri"/>
                <a:cs typeface="Calibri"/>
              </a:rPr>
              <a:t>that </a:t>
            </a:r>
            <a:r>
              <a:rPr sz="2400" dirty="0">
                <a:latin typeface="Calibri"/>
                <a:cs typeface="Calibri"/>
              </a:rPr>
              <a:t>can</a:t>
            </a:r>
            <a:r>
              <a:rPr sz="2400" spc="-10" dirty="0">
                <a:latin typeface="Calibri"/>
                <a:cs typeface="Calibri"/>
              </a:rPr>
              <a:t> </a:t>
            </a:r>
            <a:r>
              <a:rPr sz="2400" spc="-5" dirty="0">
                <a:latin typeface="Calibri"/>
                <a:cs typeface="Calibri"/>
              </a:rPr>
              <a:t>be</a:t>
            </a:r>
            <a:r>
              <a:rPr sz="2400" spc="-10" dirty="0">
                <a:latin typeface="Calibri"/>
                <a:cs typeface="Calibri"/>
              </a:rPr>
              <a:t> hired</a:t>
            </a:r>
            <a:r>
              <a:rPr sz="2400" dirty="0">
                <a:latin typeface="Calibri"/>
                <a:cs typeface="Calibri"/>
              </a:rPr>
              <a:t> out</a:t>
            </a:r>
            <a:r>
              <a:rPr sz="2400" spc="-10" dirty="0">
                <a:latin typeface="Calibri"/>
                <a:cs typeface="Calibri"/>
              </a:rPr>
              <a:t> </a:t>
            </a:r>
            <a:r>
              <a:rPr sz="2400" spc="-15" dirty="0">
                <a:latin typeface="Calibri"/>
                <a:cs typeface="Calibri"/>
              </a:rPr>
              <a:t>to </a:t>
            </a:r>
            <a:r>
              <a:rPr sz="2400" spc="-10" dirty="0">
                <a:latin typeface="Calibri"/>
                <a:cs typeface="Calibri"/>
              </a:rPr>
              <a:t>others.</a:t>
            </a:r>
            <a:endParaRPr sz="2400" dirty="0">
              <a:latin typeface="Calibri"/>
              <a:cs typeface="Calibri"/>
            </a:endParaRPr>
          </a:p>
          <a:p>
            <a:pPr marL="756285" marR="483870" indent="-287020">
              <a:lnSpc>
                <a:spcPct val="100000"/>
              </a:lnSpc>
              <a:spcBef>
                <a:spcPts val="550"/>
              </a:spcBef>
            </a:pPr>
            <a:r>
              <a:rPr sz="2400" dirty="0">
                <a:latin typeface="Arial MT"/>
                <a:cs typeface="Arial MT"/>
              </a:rPr>
              <a:t>–</a:t>
            </a:r>
            <a:r>
              <a:rPr sz="2400" spc="5" dirty="0">
                <a:latin typeface="Arial MT"/>
                <a:cs typeface="Arial MT"/>
              </a:rPr>
              <a:t> </a:t>
            </a:r>
            <a:r>
              <a:rPr sz="2400" spc="-10" dirty="0">
                <a:latin typeface="Calibri"/>
                <a:cs typeface="Calibri"/>
              </a:rPr>
              <a:t>Allows </a:t>
            </a:r>
            <a:r>
              <a:rPr sz="2400" spc="-15" dirty="0">
                <a:latin typeface="Calibri"/>
                <a:cs typeface="Calibri"/>
              </a:rPr>
              <a:t>data </a:t>
            </a:r>
            <a:r>
              <a:rPr sz="2400" spc="-20" dirty="0">
                <a:latin typeface="Calibri"/>
                <a:cs typeface="Calibri"/>
              </a:rPr>
              <a:t>stored </a:t>
            </a:r>
            <a:r>
              <a:rPr sz="2400" spc="-10" dirty="0">
                <a:latin typeface="Calibri"/>
                <a:cs typeface="Calibri"/>
              </a:rPr>
              <a:t>remotely </a:t>
            </a:r>
            <a:r>
              <a:rPr sz="2400" spc="-15" dirty="0">
                <a:latin typeface="Calibri"/>
                <a:cs typeface="Calibri"/>
              </a:rPr>
              <a:t>to </a:t>
            </a:r>
            <a:r>
              <a:rPr sz="2400" spc="-5" dirty="0">
                <a:latin typeface="Calibri"/>
                <a:cs typeface="Calibri"/>
              </a:rPr>
              <a:t>be </a:t>
            </a:r>
            <a:r>
              <a:rPr sz="2400" spc="-10" dirty="0">
                <a:latin typeface="Calibri"/>
                <a:cs typeface="Calibri"/>
              </a:rPr>
              <a:t>temporarily </a:t>
            </a:r>
            <a:r>
              <a:rPr sz="2400" spc="-5" dirty="0">
                <a:latin typeface="Calibri"/>
                <a:cs typeface="Calibri"/>
              </a:rPr>
              <a:t>cached on </a:t>
            </a:r>
            <a:r>
              <a:rPr sz="2400" dirty="0">
                <a:latin typeface="Calibri"/>
                <a:cs typeface="Calibri"/>
              </a:rPr>
              <a:t> </a:t>
            </a:r>
            <a:r>
              <a:rPr sz="2400" spc="-10" dirty="0">
                <a:latin typeface="Calibri"/>
                <a:cs typeface="Calibri"/>
              </a:rPr>
              <a:t>desktop </a:t>
            </a:r>
            <a:r>
              <a:rPr sz="2400" spc="-15" dirty="0">
                <a:latin typeface="Calibri"/>
                <a:cs typeface="Calibri"/>
              </a:rPr>
              <a:t>computers, </a:t>
            </a:r>
            <a:r>
              <a:rPr sz="2400" dirty="0">
                <a:latin typeface="Calibri"/>
                <a:cs typeface="Calibri"/>
              </a:rPr>
              <a:t>mobile </a:t>
            </a:r>
            <a:r>
              <a:rPr sz="2400" spc="-5" dirty="0">
                <a:latin typeface="Calibri"/>
                <a:cs typeface="Calibri"/>
              </a:rPr>
              <a:t>phones </a:t>
            </a:r>
            <a:r>
              <a:rPr sz="2400" spc="-10" dirty="0">
                <a:latin typeface="Calibri"/>
                <a:cs typeface="Calibri"/>
              </a:rPr>
              <a:t>or </a:t>
            </a:r>
            <a:r>
              <a:rPr sz="2400" spc="-5" dirty="0">
                <a:latin typeface="Calibri"/>
                <a:cs typeface="Calibri"/>
              </a:rPr>
              <a:t>other </a:t>
            </a:r>
            <a:r>
              <a:rPr sz="2400" spc="-10" dirty="0">
                <a:latin typeface="Calibri"/>
                <a:cs typeface="Calibri"/>
              </a:rPr>
              <a:t>Internet-linked </a:t>
            </a:r>
            <a:r>
              <a:rPr sz="2400" spc="-530" dirty="0">
                <a:latin typeface="Calibri"/>
                <a:cs typeface="Calibri"/>
              </a:rPr>
              <a:t> </a:t>
            </a:r>
            <a:r>
              <a:rPr sz="2400" spc="-5" dirty="0">
                <a:latin typeface="Calibri"/>
                <a:cs typeface="Calibri"/>
              </a:rPr>
              <a:t>devices.</a:t>
            </a:r>
            <a:endParaRPr sz="2400" dirty="0">
              <a:latin typeface="Calibri"/>
              <a:cs typeface="Calibri"/>
            </a:endParaRPr>
          </a:p>
          <a:p>
            <a:pPr marL="355600" indent="-342900">
              <a:lnSpc>
                <a:spcPct val="100000"/>
              </a:lnSpc>
              <a:spcBef>
                <a:spcPts val="509"/>
              </a:spcBef>
              <a:buFont typeface="Arial MT"/>
              <a:buChar char="•"/>
              <a:tabLst>
                <a:tab pos="354965" algn="l"/>
                <a:tab pos="355600" algn="l"/>
              </a:tabLst>
            </a:pPr>
            <a:r>
              <a:rPr sz="2400" spc="-20" dirty="0">
                <a:latin typeface="Calibri"/>
                <a:cs typeface="Calibri"/>
              </a:rPr>
              <a:t>Amazon’s</a:t>
            </a:r>
            <a:r>
              <a:rPr sz="2400" spc="-15" dirty="0">
                <a:latin typeface="Calibri"/>
                <a:cs typeface="Calibri"/>
              </a:rPr>
              <a:t> </a:t>
            </a:r>
            <a:r>
              <a:rPr sz="2400" spc="-5" dirty="0">
                <a:latin typeface="Calibri"/>
                <a:cs typeface="Calibri"/>
              </a:rPr>
              <a:t>Elastic</a:t>
            </a:r>
            <a:r>
              <a:rPr sz="2400" spc="15" dirty="0">
                <a:latin typeface="Calibri"/>
                <a:cs typeface="Calibri"/>
              </a:rPr>
              <a:t> </a:t>
            </a:r>
            <a:r>
              <a:rPr sz="2400" spc="-5" dirty="0">
                <a:latin typeface="Calibri"/>
                <a:cs typeface="Calibri"/>
              </a:rPr>
              <a:t>Compute</a:t>
            </a:r>
            <a:r>
              <a:rPr sz="2400" spc="-10" dirty="0">
                <a:latin typeface="Calibri"/>
                <a:cs typeface="Calibri"/>
              </a:rPr>
              <a:t> </a:t>
            </a:r>
            <a:r>
              <a:rPr sz="2400" spc="-5" dirty="0">
                <a:latin typeface="Calibri"/>
                <a:cs typeface="Calibri"/>
              </a:rPr>
              <a:t>Cloud</a:t>
            </a:r>
            <a:r>
              <a:rPr sz="2400" spc="-20" dirty="0">
                <a:latin typeface="Calibri"/>
                <a:cs typeface="Calibri"/>
              </a:rPr>
              <a:t> </a:t>
            </a:r>
            <a:r>
              <a:rPr sz="2400" spc="-5" dirty="0">
                <a:latin typeface="Calibri"/>
                <a:cs typeface="Calibri"/>
              </a:rPr>
              <a:t>(EC2)</a:t>
            </a:r>
            <a:r>
              <a:rPr sz="2400" spc="-30" dirty="0">
                <a:latin typeface="Calibri"/>
                <a:cs typeface="Calibri"/>
              </a:rPr>
              <a:t> </a:t>
            </a:r>
            <a:r>
              <a:rPr sz="2400" dirty="0">
                <a:latin typeface="Calibri"/>
                <a:cs typeface="Calibri"/>
              </a:rPr>
              <a:t>and Simple</a:t>
            </a:r>
            <a:r>
              <a:rPr sz="2400" spc="10" dirty="0">
                <a:latin typeface="Calibri"/>
                <a:cs typeface="Calibri"/>
              </a:rPr>
              <a:t> </a:t>
            </a:r>
            <a:r>
              <a:rPr sz="2400" spc="-15" dirty="0">
                <a:latin typeface="Calibri"/>
                <a:cs typeface="Calibri"/>
              </a:rPr>
              <a:t>Storage</a:t>
            </a:r>
            <a:r>
              <a:rPr sz="2400" spc="-10" dirty="0">
                <a:latin typeface="Calibri"/>
                <a:cs typeface="Calibri"/>
              </a:rPr>
              <a:t> </a:t>
            </a:r>
            <a:r>
              <a:rPr sz="2400" spc="-5" dirty="0">
                <a:latin typeface="Calibri"/>
                <a:cs typeface="Calibri"/>
              </a:rPr>
              <a:t>Solution</a:t>
            </a:r>
            <a:r>
              <a:rPr sz="2400" spc="-10" dirty="0">
                <a:latin typeface="Calibri"/>
                <a:cs typeface="Calibri"/>
              </a:rPr>
              <a:t> </a:t>
            </a:r>
            <a:r>
              <a:rPr sz="2400" dirty="0">
                <a:latin typeface="Calibri"/>
                <a:cs typeface="Calibri"/>
              </a:rPr>
              <a:t>(S3)</a:t>
            </a:r>
            <a:r>
              <a:rPr sz="2400" spc="-5" dirty="0">
                <a:latin typeface="Calibri"/>
                <a:cs typeface="Calibri"/>
              </a:rPr>
              <a:t> </a:t>
            </a:r>
            <a:r>
              <a:rPr sz="2400" spc="-10" dirty="0">
                <a:latin typeface="Calibri"/>
                <a:cs typeface="Calibri"/>
              </a:rPr>
              <a:t>are</a:t>
            </a:r>
            <a:r>
              <a:rPr sz="2400" dirty="0">
                <a:latin typeface="Calibri"/>
                <a:cs typeface="Calibri"/>
              </a:rPr>
              <a:t> </a:t>
            </a:r>
            <a:r>
              <a:rPr sz="2400" spc="-5" dirty="0">
                <a:latin typeface="Calibri"/>
                <a:cs typeface="Calibri"/>
              </a:rPr>
              <a:t>well</a:t>
            </a:r>
            <a:endParaRPr sz="2400" dirty="0">
              <a:latin typeface="Calibri"/>
              <a:cs typeface="Calibri"/>
            </a:endParaRPr>
          </a:p>
          <a:p>
            <a:pPr marL="355600">
              <a:lnSpc>
                <a:spcPct val="100000"/>
              </a:lnSpc>
            </a:pPr>
            <a:r>
              <a:rPr sz="2400" spc="-5" dirty="0">
                <a:latin typeface="Calibri"/>
                <a:cs typeface="Calibri"/>
              </a:rPr>
              <a:t>known</a:t>
            </a:r>
            <a:r>
              <a:rPr sz="2400" spc="-55" dirty="0">
                <a:latin typeface="Calibri"/>
                <a:cs typeface="Calibri"/>
              </a:rPr>
              <a:t> </a:t>
            </a:r>
            <a:r>
              <a:rPr sz="2400" spc="-10" dirty="0">
                <a:latin typeface="Calibri"/>
                <a:cs typeface="Calibri"/>
              </a:rPr>
              <a:t>examples</a:t>
            </a:r>
            <a:endParaRPr sz="2400" dirty="0">
              <a:latin typeface="Calibri"/>
              <a:cs typeface="Calibri"/>
            </a:endParaRPr>
          </a:p>
        </p:txBody>
      </p:sp>
      <p:sp>
        <p:nvSpPr>
          <p:cNvPr id="5" name="Footer Placeholder 4">
            <a:extLst>
              <a:ext uri="{FF2B5EF4-FFF2-40B4-BE49-F238E27FC236}">
                <a16:creationId xmlns:a16="http://schemas.microsoft.com/office/drawing/2014/main" id="{1FB1F896-382F-3E58-5987-E862D0B244CC}"/>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400" y="31182"/>
            <a:ext cx="4279899"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16</a:t>
            </a:r>
          </a:p>
        </p:txBody>
      </p:sp>
      <p:sp>
        <p:nvSpPr>
          <p:cNvPr id="3" name="object 3"/>
          <p:cNvSpPr txBox="1"/>
          <p:nvPr/>
        </p:nvSpPr>
        <p:spPr>
          <a:xfrm>
            <a:off x="231140" y="1016013"/>
            <a:ext cx="8599170" cy="3981218"/>
          </a:xfrm>
          <a:prstGeom prst="rect">
            <a:avLst/>
          </a:prstGeom>
        </p:spPr>
        <p:txBody>
          <a:bodyPr vert="horz" wrap="square" lIns="0" tIns="81915" rIns="0" bIns="0" rtlCol="0">
            <a:spAutoFit/>
          </a:bodyPr>
          <a:lstStyle/>
          <a:p>
            <a:pPr marL="355600" indent="-342900">
              <a:lnSpc>
                <a:spcPct val="100000"/>
              </a:lnSpc>
              <a:spcBef>
                <a:spcPts val="645"/>
              </a:spcBef>
              <a:buFont typeface="Arial MT"/>
              <a:buChar char="•"/>
              <a:tabLst>
                <a:tab pos="354965" algn="l"/>
                <a:tab pos="355600" algn="l"/>
              </a:tabLst>
            </a:pPr>
            <a:r>
              <a:rPr sz="2000" b="1" spc="-10" dirty="0">
                <a:latin typeface="Calibri"/>
                <a:cs typeface="Calibri"/>
              </a:rPr>
              <a:t>Lower</a:t>
            </a:r>
            <a:r>
              <a:rPr sz="2000" b="1" spc="5" dirty="0">
                <a:latin typeface="Calibri"/>
                <a:cs typeface="Calibri"/>
              </a:rPr>
              <a:t> </a:t>
            </a:r>
            <a:r>
              <a:rPr sz="2000" b="1" spc="-15" dirty="0">
                <a:latin typeface="Calibri"/>
                <a:cs typeface="Calibri"/>
              </a:rPr>
              <a:t>computer</a:t>
            </a:r>
            <a:r>
              <a:rPr sz="2000" b="1" spc="10" dirty="0">
                <a:latin typeface="Calibri"/>
                <a:cs typeface="Calibri"/>
              </a:rPr>
              <a:t> </a:t>
            </a:r>
            <a:r>
              <a:rPr sz="2000" b="1" spc="-10" dirty="0">
                <a:latin typeface="Calibri"/>
                <a:cs typeface="Calibri"/>
              </a:rPr>
              <a:t>costs</a:t>
            </a:r>
            <a:r>
              <a:rPr sz="2000" spc="-10" dirty="0">
                <a:latin typeface="Calibri"/>
                <a:cs typeface="Calibri"/>
              </a:rPr>
              <a:t>:</a:t>
            </a:r>
            <a:endParaRPr sz="2000" dirty="0">
              <a:latin typeface="Calibri"/>
              <a:cs typeface="Calibri"/>
            </a:endParaRPr>
          </a:p>
          <a:p>
            <a:pPr marL="756285" marR="445770" lvl="1" indent="-287020">
              <a:lnSpc>
                <a:spcPct val="100000"/>
              </a:lnSpc>
              <a:spcBef>
                <a:spcPts val="445"/>
              </a:spcBef>
              <a:buFont typeface="Arial MT"/>
              <a:buChar char="–"/>
              <a:tabLst>
                <a:tab pos="756285" algn="l"/>
                <a:tab pos="756920" algn="l"/>
              </a:tabLst>
            </a:pPr>
            <a:r>
              <a:rPr sz="2000" dirty="0">
                <a:latin typeface="Calibri"/>
                <a:cs typeface="Calibri"/>
              </a:rPr>
              <a:t>No</a:t>
            </a:r>
            <a:r>
              <a:rPr sz="2000" spc="-5" dirty="0">
                <a:latin typeface="Calibri"/>
                <a:cs typeface="Calibri"/>
              </a:rPr>
              <a:t> </a:t>
            </a:r>
            <a:r>
              <a:rPr sz="2000" dirty="0">
                <a:latin typeface="Calibri"/>
                <a:cs typeface="Calibri"/>
              </a:rPr>
              <a:t>need</a:t>
            </a:r>
            <a:r>
              <a:rPr sz="2000" spc="10" dirty="0">
                <a:latin typeface="Calibri"/>
                <a:cs typeface="Calibri"/>
              </a:rPr>
              <a:t> </a:t>
            </a:r>
            <a:r>
              <a:rPr sz="2000" spc="-5" dirty="0">
                <a:latin typeface="Calibri"/>
                <a:cs typeface="Calibri"/>
              </a:rPr>
              <a:t>of </a:t>
            </a:r>
            <a:r>
              <a:rPr sz="2000" dirty="0">
                <a:latin typeface="Calibri"/>
                <a:cs typeface="Calibri"/>
              </a:rPr>
              <a:t>a</a:t>
            </a:r>
            <a:r>
              <a:rPr sz="2000" spc="10" dirty="0">
                <a:latin typeface="Calibri"/>
                <a:cs typeface="Calibri"/>
              </a:rPr>
              <a:t> </a:t>
            </a:r>
            <a:r>
              <a:rPr sz="2000" spc="-5" dirty="0">
                <a:latin typeface="Calibri"/>
                <a:cs typeface="Calibri"/>
              </a:rPr>
              <a:t>high-powered</a:t>
            </a:r>
            <a:r>
              <a:rPr sz="2000" spc="25" dirty="0">
                <a:latin typeface="Calibri"/>
                <a:cs typeface="Calibri"/>
              </a:rPr>
              <a:t> </a:t>
            </a:r>
            <a:r>
              <a:rPr sz="2000" dirty="0">
                <a:latin typeface="Calibri"/>
                <a:cs typeface="Calibri"/>
              </a:rPr>
              <a:t>and</a:t>
            </a:r>
            <a:r>
              <a:rPr sz="2000" spc="5" dirty="0">
                <a:latin typeface="Calibri"/>
                <a:cs typeface="Calibri"/>
              </a:rPr>
              <a:t> </a:t>
            </a:r>
            <a:r>
              <a:rPr sz="2000" spc="-5" dirty="0">
                <a:latin typeface="Calibri"/>
                <a:cs typeface="Calibri"/>
              </a:rPr>
              <a:t>high-priced</a:t>
            </a:r>
            <a:r>
              <a:rPr sz="2000" spc="25" dirty="0">
                <a:latin typeface="Calibri"/>
                <a:cs typeface="Calibri"/>
              </a:rPr>
              <a:t> </a:t>
            </a:r>
            <a:r>
              <a:rPr sz="2000" spc="-10" dirty="0">
                <a:latin typeface="Calibri"/>
                <a:cs typeface="Calibri"/>
              </a:rPr>
              <a:t>computer</a:t>
            </a:r>
            <a:r>
              <a:rPr sz="2000" spc="20" dirty="0">
                <a:latin typeface="Calibri"/>
                <a:cs typeface="Calibri"/>
              </a:rPr>
              <a:t> </a:t>
            </a:r>
            <a:r>
              <a:rPr sz="2000" spc="-10" dirty="0">
                <a:latin typeface="Calibri"/>
                <a:cs typeface="Calibri"/>
              </a:rPr>
              <a:t>to</a:t>
            </a:r>
            <a:r>
              <a:rPr sz="2000" spc="-5" dirty="0">
                <a:latin typeface="Calibri"/>
                <a:cs typeface="Calibri"/>
              </a:rPr>
              <a:t> </a:t>
            </a:r>
            <a:r>
              <a:rPr sz="2000" dirty="0">
                <a:latin typeface="Calibri"/>
                <a:cs typeface="Calibri"/>
              </a:rPr>
              <a:t>run</a:t>
            </a:r>
            <a:r>
              <a:rPr sz="2000" spc="-5" dirty="0">
                <a:latin typeface="Calibri"/>
                <a:cs typeface="Calibri"/>
              </a:rPr>
              <a:t> cloud</a:t>
            </a:r>
            <a:r>
              <a:rPr sz="2000" spc="20" dirty="0">
                <a:latin typeface="Calibri"/>
                <a:cs typeface="Calibri"/>
              </a:rPr>
              <a:t> </a:t>
            </a:r>
            <a:r>
              <a:rPr sz="2000" spc="-5" dirty="0">
                <a:latin typeface="Calibri"/>
                <a:cs typeface="Calibri"/>
              </a:rPr>
              <a:t>computing's </a:t>
            </a:r>
            <a:r>
              <a:rPr sz="2000" spc="-390" dirty="0">
                <a:latin typeface="Calibri"/>
                <a:cs typeface="Calibri"/>
              </a:rPr>
              <a:t> </a:t>
            </a:r>
            <a:r>
              <a:rPr sz="2000" spc="-5" dirty="0">
                <a:latin typeface="Calibri"/>
                <a:cs typeface="Calibri"/>
              </a:rPr>
              <a:t>web-based</a:t>
            </a:r>
            <a:r>
              <a:rPr sz="2000" dirty="0">
                <a:latin typeface="Calibri"/>
                <a:cs typeface="Calibri"/>
              </a:rPr>
              <a:t> </a:t>
            </a:r>
            <a:r>
              <a:rPr sz="2000" spc="-10" dirty="0">
                <a:latin typeface="Calibri"/>
                <a:cs typeface="Calibri"/>
              </a:rPr>
              <a:t>applications.</a:t>
            </a:r>
            <a:endParaRPr sz="2000" dirty="0">
              <a:latin typeface="Calibri"/>
              <a:cs typeface="Calibri"/>
            </a:endParaRPr>
          </a:p>
          <a:p>
            <a:pPr marL="756285" marR="5080" lvl="1" indent="-287020">
              <a:lnSpc>
                <a:spcPct val="100000"/>
              </a:lnSpc>
              <a:spcBef>
                <a:spcPts val="434"/>
              </a:spcBef>
              <a:buFont typeface="Arial MT"/>
              <a:buChar char="–"/>
              <a:tabLst>
                <a:tab pos="756285" algn="l"/>
                <a:tab pos="756920" algn="l"/>
              </a:tabLst>
            </a:pPr>
            <a:r>
              <a:rPr sz="2000" spc="-5" dirty="0">
                <a:latin typeface="Calibri"/>
                <a:cs typeface="Calibri"/>
              </a:rPr>
              <a:t>Since</a:t>
            </a:r>
            <a:r>
              <a:rPr sz="2000" spc="10" dirty="0">
                <a:latin typeface="Calibri"/>
                <a:cs typeface="Calibri"/>
              </a:rPr>
              <a:t> </a:t>
            </a:r>
            <a:r>
              <a:rPr sz="2000" spc="-5" dirty="0">
                <a:latin typeface="Calibri"/>
                <a:cs typeface="Calibri"/>
              </a:rPr>
              <a:t>applications</a:t>
            </a:r>
            <a:r>
              <a:rPr sz="2000" spc="10" dirty="0">
                <a:latin typeface="Calibri"/>
                <a:cs typeface="Calibri"/>
              </a:rPr>
              <a:t> </a:t>
            </a:r>
            <a:r>
              <a:rPr sz="2000" dirty="0">
                <a:latin typeface="Calibri"/>
                <a:cs typeface="Calibri"/>
              </a:rPr>
              <a:t>run</a:t>
            </a:r>
            <a:r>
              <a:rPr sz="2000" spc="15" dirty="0">
                <a:latin typeface="Calibri"/>
                <a:cs typeface="Calibri"/>
              </a:rPr>
              <a:t> </a:t>
            </a:r>
            <a:r>
              <a:rPr sz="2000" spc="-5" dirty="0">
                <a:latin typeface="Calibri"/>
                <a:cs typeface="Calibri"/>
              </a:rPr>
              <a:t>in</a:t>
            </a:r>
            <a:r>
              <a:rPr sz="2000" spc="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cloud,</a:t>
            </a:r>
            <a:r>
              <a:rPr sz="2000" spc="20" dirty="0">
                <a:latin typeface="Calibri"/>
                <a:cs typeface="Calibri"/>
              </a:rPr>
              <a:t> </a:t>
            </a:r>
            <a:r>
              <a:rPr sz="2000" spc="-5" dirty="0">
                <a:latin typeface="Calibri"/>
                <a:cs typeface="Calibri"/>
              </a:rPr>
              <a:t>not</a:t>
            </a:r>
            <a:r>
              <a:rPr sz="2000" spc="5" dirty="0">
                <a:latin typeface="Calibri"/>
                <a:cs typeface="Calibri"/>
              </a:rPr>
              <a:t> </a:t>
            </a:r>
            <a:r>
              <a:rPr sz="2000" spc="-5" dirty="0">
                <a:latin typeface="Calibri"/>
                <a:cs typeface="Calibri"/>
              </a:rPr>
              <a:t>on </a:t>
            </a:r>
            <a:r>
              <a:rPr sz="2000" dirty="0">
                <a:latin typeface="Calibri"/>
                <a:cs typeface="Calibri"/>
              </a:rPr>
              <a:t>the</a:t>
            </a:r>
            <a:r>
              <a:rPr sz="2000" spc="15" dirty="0">
                <a:latin typeface="Calibri"/>
                <a:cs typeface="Calibri"/>
              </a:rPr>
              <a:t> </a:t>
            </a:r>
            <a:r>
              <a:rPr sz="2000" spc="-10" dirty="0">
                <a:latin typeface="Calibri"/>
                <a:cs typeface="Calibri"/>
              </a:rPr>
              <a:t>desktop</a:t>
            </a:r>
            <a:r>
              <a:rPr sz="2000" spc="-5" dirty="0">
                <a:latin typeface="Calibri"/>
                <a:cs typeface="Calibri"/>
              </a:rPr>
              <a:t> PC,</a:t>
            </a:r>
            <a:r>
              <a:rPr sz="2000" dirty="0">
                <a:latin typeface="Calibri"/>
                <a:cs typeface="Calibri"/>
              </a:rPr>
              <a:t> </a:t>
            </a:r>
            <a:r>
              <a:rPr sz="2000" spc="-10" dirty="0">
                <a:latin typeface="Calibri"/>
                <a:cs typeface="Calibri"/>
              </a:rPr>
              <a:t>your</a:t>
            </a:r>
            <a:r>
              <a:rPr sz="2000" spc="5" dirty="0">
                <a:latin typeface="Calibri"/>
                <a:cs typeface="Calibri"/>
              </a:rPr>
              <a:t> </a:t>
            </a:r>
            <a:r>
              <a:rPr sz="2000" spc="-10" dirty="0">
                <a:latin typeface="Calibri"/>
                <a:cs typeface="Calibri"/>
              </a:rPr>
              <a:t>desktop</a:t>
            </a:r>
            <a:r>
              <a:rPr sz="2000" spc="-5" dirty="0">
                <a:latin typeface="Calibri"/>
                <a:cs typeface="Calibri"/>
              </a:rPr>
              <a:t> </a:t>
            </a:r>
            <a:r>
              <a:rPr sz="2000" dirty="0">
                <a:latin typeface="Calibri"/>
                <a:cs typeface="Calibri"/>
              </a:rPr>
              <a:t>PC</a:t>
            </a:r>
            <a:r>
              <a:rPr sz="2000" spc="-5" dirty="0">
                <a:latin typeface="Calibri"/>
                <a:cs typeface="Calibri"/>
              </a:rPr>
              <a:t> does</a:t>
            </a:r>
            <a:r>
              <a:rPr sz="2000" spc="5" dirty="0">
                <a:latin typeface="Calibri"/>
                <a:cs typeface="Calibri"/>
              </a:rPr>
              <a:t> </a:t>
            </a:r>
            <a:r>
              <a:rPr sz="2000" spc="-5" dirty="0">
                <a:latin typeface="Calibri"/>
                <a:cs typeface="Calibri"/>
              </a:rPr>
              <a:t>not </a:t>
            </a:r>
            <a:r>
              <a:rPr sz="2000" spc="-395" dirty="0">
                <a:latin typeface="Calibri"/>
                <a:cs typeface="Calibri"/>
              </a:rPr>
              <a:t> </a:t>
            </a:r>
            <a:r>
              <a:rPr sz="2000" spc="-5" dirty="0">
                <a:latin typeface="Calibri"/>
                <a:cs typeface="Calibri"/>
              </a:rPr>
              <a:t>need</a:t>
            </a:r>
            <a:r>
              <a:rPr sz="2000" spc="15" dirty="0">
                <a:latin typeface="Calibri"/>
                <a:cs typeface="Calibri"/>
              </a:rPr>
              <a:t> </a:t>
            </a:r>
            <a:r>
              <a:rPr sz="2000" dirty="0">
                <a:latin typeface="Calibri"/>
                <a:cs typeface="Calibri"/>
              </a:rPr>
              <a:t>the </a:t>
            </a:r>
            <a:r>
              <a:rPr sz="2000" spc="-5" dirty="0">
                <a:latin typeface="Calibri"/>
                <a:cs typeface="Calibri"/>
              </a:rPr>
              <a:t>processing</a:t>
            </a:r>
            <a:r>
              <a:rPr sz="2000" dirty="0">
                <a:latin typeface="Calibri"/>
                <a:cs typeface="Calibri"/>
              </a:rPr>
              <a:t> </a:t>
            </a:r>
            <a:r>
              <a:rPr sz="2000" spc="-10" dirty="0">
                <a:latin typeface="Calibri"/>
                <a:cs typeface="Calibri"/>
              </a:rPr>
              <a:t>power</a:t>
            </a:r>
            <a:r>
              <a:rPr sz="2000" spc="10" dirty="0">
                <a:latin typeface="Calibri"/>
                <a:cs typeface="Calibri"/>
              </a:rPr>
              <a:t> </a:t>
            </a:r>
            <a:r>
              <a:rPr sz="2000" spc="-5" dirty="0">
                <a:latin typeface="Calibri"/>
                <a:cs typeface="Calibri"/>
              </a:rPr>
              <a:t>or</a:t>
            </a:r>
            <a:r>
              <a:rPr sz="2000" spc="5" dirty="0">
                <a:latin typeface="Calibri"/>
                <a:cs typeface="Calibri"/>
              </a:rPr>
              <a:t> </a:t>
            </a:r>
            <a:r>
              <a:rPr sz="2000" spc="-10" dirty="0">
                <a:latin typeface="Calibri"/>
                <a:cs typeface="Calibri"/>
              </a:rPr>
              <a:t>hard</a:t>
            </a:r>
            <a:r>
              <a:rPr sz="2000" spc="10" dirty="0">
                <a:latin typeface="Calibri"/>
                <a:cs typeface="Calibri"/>
              </a:rPr>
              <a:t> </a:t>
            </a:r>
            <a:r>
              <a:rPr sz="2000" spc="-5" dirty="0">
                <a:latin typeface="Calibri"/>
                <a:cs typeface="Calibri"/>
              </a:rPr>
              <a:t>disk</a:t>
            </a:r>
            <a:r>
              <a:rPr sz="2000" dirty="0">
                <a:latin typeface="Calibri"/>
                <a:cs typeface="Calibri"/>
              </a:rPr>
              <a:t> space </a:t>
            </a:r>
            <a:r>
              <a:rPr sz="2000" spc="-5" dirty="0">
                <a:latin typeface="Calibri"/>
                <a:cs typeface="Calibri"/>
              </a:rPr>
              <a:t>demanded</a:t>
            </a:r>
            <a:r>
              <a:rPr sz="2000" spc="15" dirty="0">
                <a:latin typeface="Calibri"/>
                <a:cs typeface="Calibri"/>
              </a:rPr>
              <a:t> </a:t>
            </a:r>
            <a:r>
              <a:rPr sz="2000" spc="-5" dirty="0">
                <a:latin typeface="Calibri"/>
                <a:cs typeface="Calibri"/>
              </a:rPr>
              <a:t>by</a:t>
            </a:r>
            <a:r>
              <a:rPr sz="2000" dirty="0">
                <a:latin typeface="Calibri"/>
                <a:cs typeface="Calibri"/>
              </a:rPr>
              <a:t> </a:t>
            </a:r>
            <a:r>
              <a:rPr sz="2000" spc="-10" dirty="0">
                <a:latin typeface="Calibri"/>
                <a:cs typeface="Calibri"/>
              </a:rPr>
              <a:t>traditional</a:t>
            </a:r>
            <a:r>
              <a:rPr sz="2000" spc="20" dirty="0">
                <a:latin typeface="Calibri"/>
                <a:cs typeface="Calibri"/>
              </a:rPr>
              <a:t> </a:t>
            </a:r>
            <a:r>
              <a:rPr sz="2000" spc="-10" dirty="0">
                <a:latin typeface="Calibri"/>
                <a:cs typeface="Calibri"/>
              </a:rPr>
              <a:t>desktop </a:t>
            </a:r>
            <a:r>
              <a:rPr sz="2000" spc="-5" dirty="0">
                <a:latin typeface="Calibri"/>
                <a:cs typeface="Calibri"/>
              </a:rPr>
              <a:t> </a:t>
            </a:r>
            <a:r>
              <a:rPr sz="2000" spc="-10" dirty="0">
                <a:latin typeface="Calibri"/>
                <a:cs typeface="Calibri"/>
              </a:rPr>
              <a:t>software.</a:t>
            </a:r>
            <a:endParaRPr sz="2000" dirty="0">
              <a:latin typeface="Calibri"/>
              <a:cs typeface="Calibri"/>
            </a:endParaRPr>
          </a:p>
          <a:p>
            <a:pPr marL="756285" lvl="1" indent="-287655">
              <a:lnSpc>
                <a:spcPct val="100000"/>
              </a:lnSpc>
              <a:spcBef>
                <a:spcPts val="434"/>
              </a:spcBef>
              <a:buFont typeface="Arial MT"/>
              <a:buChar char="–"/>
              <a:tabLst>
                <a:tab pos="756285" algn="l"/>
                <a:tab pos="756920" algn="l"/>
              </a:tabLst>
            </a:pPr>
            <a:r>
              <a:rPr sz="2000" spc="-5" dirty="0">
                <a:latin typeface="Calibri"/>
                <a:cs typeface="Calibri"/>
              </a:rPr>
              <a:t>When</a:t>
            </a:r>
            <a:r>
              <a:rPr sz="2000" spc="10" dirty="0">
                <a:latin typeface="Calibri"/>
                <a:cs typeface="Calibri"/>
              </a:rPr>
              <a:t> </a:t>
            </a:r>
            <a:r>
              <a:rPr sz="2000" spc="-10" dirty="0">
                <a:latin typeface="Calibri"/>
                <a:cs typeface="Calibri"/>
              </a:rPr>
              <a:t>you</a:t>
            </a:r>
            <a:r>
              <a:rPr sz="2000" spc="15" dirty="0">
                <a:latin typeface="Calibri"/>
                <a:cs typeface="Calibri"/>
              </a:rPr>
              <a:t> </a:t>
            </a:r>
            <a:r>
              <a:rPr sz="2000" spc="-10" dirty="0">
                <a:latin typeface="Calibri"/>
                <a:cs typeface="Calibri"/>
              </a:rPr>
              <a:t>are</a:t>
            </a:r>
            <a:r>
              <a:rPr sz="2000" spc="5" dirty="0">
                <a:latin typeface="Calibri"/>
                <a:cs typeface="Calibri"/>
              </a:rPr>
              <a:t> </a:t>
            </a:r>
            <a:r>
              <a:rPr sz="2000" spc="-5" dirty="0">
                <a:latin typeface="Calibri"/>
                <a:cs typeface="Calibri"/>
              </a:rPr>
              <a:t>using</a:t>
            </a:r>
            <a:r>
              <a:rPr sz="2000" dirty="0">
                <a:latin typeface="Calibri"/>
                <a:cs typeface="Calibri"/>
              </a:rPr>
              <a:t> </a:t>
            </a:r>
            <a:r>
              <a:rPr sz="2000" spc="-5" dirty="0">
                <a:latin typeface="Calibri"/>
                <a:cs typeface="Calibri"/>
              </a:rPr>
              <a:t>web-based</a:t>
            </a:r>
            <a:r>
              <a:rPr sz="2000" spc="10" dirty="0">
                <a:latin typeface="Calibri"/>
                <a:cs typeface="Calibri"/>
              </a:rPr>
              <a:t> </a:t>
            </a:r>
            <a:r>
              <a:rPr sz="2000" spc="-10" dirty="0">
                <a:latin typeface="Calibri"/>
                <a:cs typeface="Calibri"/>
              </a:rPr>
              <a:t>applications,</a:t>
            </a:r>
            <a:r>
              <a:rPr sz="2000" spc="20" dirty="0">
                <a:latin typeface="Calibri"/>
                <a:cs typeface="Calibri"/>
              </a:rPr>
              <a:t> </a:t>
            </a:r>
            <a:r>
              <a:rPr sz="2000" spc="-10" dirty="0">
                <a:latin typeface="Calibri"/>
                <a:cs typeface="Calibri"/>
              </a:rPr>
              <a:t>your</a:t>
            </a:r>
            <a:r>
              <a:rPr sz="2000" spc="10" dirty="0">
                <a:latin typeface="Calibri"/>
                <a:cs typeface="Calibri"/>
              </a:rPr>
              <a:t> </a:t>
            </a:r>
            <a:r>
              <a:rPr sz="2000" spc="-5" dirty="0">
                <a:latin typeface="Calibri"/>
                <a:cs typeface="Calibri"/>
              </a:rPr>
              <a:t>PC</a:t>
            </a:r>
            <a:r>
              <a:rPr sz="2000" dirty="0">
                <a:latin typeface="Calibri"/>
                <a:cs typeface="Calibri"/>
              </a:rPr>
              <a:t> </a:t>
            </a:r>
            <a:r>
              <a:rPr sz="2000" spc="-10" dirty="0">
                <a:latin typeface="Calibri"/>
                <a:cs typeface="Calibri"/>
              </a:rPr>
              <a:t>can</a:t>
            </a:r>
            <a:r>
              <a:rPr sz="2000" spc="20" dirty="0">
                <a:latin typeface="Calibri"/>
                <a:cs typeface="Calibri"/>
              </a:rPr>
              <a:t> </a:t>
            </a:r>
            <a:r>
              <a:rPr sz="2000" spc="-5" dirty="0">
                <a:latin typeface="Calibri"/>
                <a:cs typeface="Calibri"/>
              </a:rPr>
              <a:t>be</a:t>
            </a:r>
            <a:r>
              <a:rPr sz="2000" spc="15" dirty="0">
                <a:latin typeface="Calibri"/>
                <a:cs typeface="Calibri"/>
              </a:rPr>
              <a:t> </a:t>
            </a:r>
            <a:r>
              <a:rPr sz="2000" dirty="0">
                <a:latin typeface="Calibri"/>
                <a:cs typeface="Calibri"/>
              </a:rPr>
              <a:t>less</a:t>
            </a:r>
            <a:r>
              <a:rPr sz="2000" spc="-10" dirty="0">
                <a:latin typeface="Calibri"/>
                <a:cs typeface="Calibri"/>
              </a:rPr>
              <a:t> </a:t>
            </a:r>
            <a:r>
              <a:rPr sz="2000" spc="-5" dirty="0">
                <a:latin typeface="Calibri"/>
                <a:cs typeface="Calibri"/>
              </a:rPr>
              <a:t>expensive, with</a:t>
            </a:r>
            <a:r>
              <a:rPr sz="2000" spc="25" dirty="0">
                <a:latin typeface="Calibri"/>
                <a:cs typeface="Calibri"/>
              </a:rPr>
              <a:t> </a:t>
            </a:r>
            <a:r>
              <a:rPr sz="2000" dirty="0">
                <a:latin typeface="Calibri"/>
                <a:cs typeface="Calibri"/>
              </a:rPr>
              <a:t>a</a:t>
            </a:r>
          </a:p>
          <a:p>
            <a:pPr marL="756285">
              <a:lnSpc>
                <a:spcPct val="100000"/>
              </a:lnSpc>
            </a:pPr>
            <a:r>
              <a:rPr sz="2000" spc="-5" dirty="0">
                <a:latin typeface="Calibri"/>
                <a:cs typeface="Calibri"/>
              </a:rPr>
              <a:t>smaller</a:t>
            </a:r>
            <a:r>
              <a:rPr sz="2000" spc="5" dirty="0">
                <a:latin typeface="Calibri"/>
                <a:cs typeface="Calibri"/>
              </a:rPr>
              <a:t> </a:t>
            </a:r>
            <a:r>
              <a:rPr sz="2000" spc="-10" dirty="0">
                <a:latin typeface="Calibri"/>
                <a:cs typeface="Calibri"/>
              </a:rPr>
              <a:t>hard</a:t>
            </a:r>
            <a:r>
              <a:rPr sz="2000" spc="15" dirty="0">
                <a:latin typeface="Calibri"/>
                <a:cs typeface="Calibri"/>
              </a:rPr>
              <a:t> </a:t>
            </a:r>
            <a:r>
              <a:rPr sz="2000" spc="-5" dirty="0">
                <a:latin typeface="Calibri"/>
                <a:cs typeface="Calibri"/>
              </a:rPr>
              <a:t>disk,</a:t>
            </a:r>
            <a:r>
              <a:rPr sz="2000" dirty="0">
                <a:latin typeface="Calibri"/>
                <a:cs typeface="Calibri"/>
              </a:rPr>
              <a:t> </a:t>
            </a:r>
            <a:r>
              <a:rPr sz="2000" spc="-5" dirty="0">
                <a:latin typeface="Calibri"/>
                <a:cs typeface="Calibri"/>
              </a:rPr>
              <a:t>less</a:t>
            </a:r>
            <a:r>
              <a:rPr sz="2000" spc="5" dirty="0">
                <a:latin typeface="Calibri"/>
                <a:cs typeface="Calibri"/>
              </a:rPr>
              <a:t> </a:t>
            </a:r>
            <a:r>
              <a:rPr sz="2000" spc="-20" dirty="0">
                <a:latin typeface="Calibri"/>
                <a:cs typeface="Calibri"/>
              </a:rPr>
              <a:t>memory,</a:t>
            </a:r>
            <a:r>
              <a:rPr sz="2000" dirty="0">
                <a:latin typeface="Calibri"/>
                <a:cs typeface="Calibri"/>
              </a:rPr>
              <a:t> </a:t>
            </a:r>
            <a:r>
              <a:rPr sz="2000" spc="-10" dirty="0">
                <a:latin typeface="Calibri"/>
                <a:cs typeface="Calibri"/>
              </a:rPr>
              <a:t>more</a:t>
            </a:r>
            <a:r>
              <a:rPr sz="2000" spc="20" dirty="0">
                <a:latin typeface="Calibri"/>
                <a:cs typeface="Calibri"/>
              </a:rPr>
              <a:t> </a:t>
            </a:r>
            <a:r>
              <a:rPr sz="2000" spc="-10" dirty="0">
                <a:latin typeface="Calibri"/>
                <a:cs typeface="Calibri"/>
              </a:rPr>
              <a:t>efficient</a:t>
            </a:r>
            <a:r>
              <a:rPr sz="2000" spc="5" dirty="0">
                <a:latin typeface="Calibri"/>
                <a:cs typeface="Calibri"/>
              </a:rPr>
              <a:t> </a:t>
            </a:r>
            <a:r>
              <a:rPr sz="2000" spc="-25" dirty="0">
                <a:latin typeface="Calibri"/>
                <a:cs typeface="Calibri"/>
              </a:rPr>
              <a:t>processor...</a:t>
            </a:r>
            <a:endParaRPr sz="2000" dirty="0">
              <a:latin typeface="Calibri"/>
              <a:cs typeface="Calibri"/>
            </a:endParaRPr>
          </a:p>
          <a:p>
            <a:pPr marL="756285" marR="541020" lvl="1" indent="-287020">
              <a:lnSpc>
                <a:spcPct val="100000"/>
              </a:lnSpc>
              <a:spcBef>
                <a:spcPts val="430"/>
              </a:spcBef>
              <a:buFont typeface="Arial MT"/>
              <a:buChar char="–"/>
              <a:tabLst>
                <a:tab pos="756285" algn="l"/>
                <a:tab pos="756920" algn="l"/>
              </a:tabLst>
            </a:pPr>
            <a:r>
              <a:rPr sz="2000" dirty="0">
                <a:latin typeface="Calibri"/>
                <a:cs typeface="Calibri"/>
              </a:rPr>
              <a:t>In </a:t>
            </a:r>
            <a:r>
              <a:rPr sz="2000" spc="-10" dirty="0">
                <a:latin typeface="Calibri"/>
                <a:cs typeface="Calibri"/>
              </a:rPr>
              <a:t>fact,</a:t>
            </a:r>
            <a:r>
              <a:rPr sz="2000" spc="5" dirty="0">
                <a:latin typeface="Calibri"/>
                <a:cs typeface="Calibri"/>
              </a:rPr>
              <a:t> </a:t>
            </a:r>
            <a:r>
              <a:rPr sz="2000" spc="-10" dirty="0">
                <a:latin typeface="Calibri"/>
                <a:cs typeface="Calibri"/>
              </a:rPr>
              <a:t>your</a:t>
            </a:r>
            <a:r>
              <a:rPr sz="2000" dirty="0">
                <a:latin typeface="Calibri"/>
                <a:cs typeface="Calibri"/>
              </a:rPr>
              <a:t> </a:t>
            </a:r>
            <a:r>
              <a:rPr sz="2000" spc="-5" dirty="0">
                <a:latin typeface="Calibri"/>
                <a:cs typeface="Calibri"/>
              </a:rPr>
              <a:t>PC</a:t>
            </a:r>
            <a:r>
              <a:rPr sz="2000" spc="10" dirty="0">
                <a:latin typeface="Calibri"/>
                <a:cs typeface="Calibri"/>
              </a:rPr>
              <a:t> </a:t>
            </a:r>
            <a:r>
              <a:rPr sz="2000" spc="-5" dirty="0">
                <a:latin typeface="Calibri"/>
                <a:cs typeface="Calibri"/>
              </a:rPr>
              <a:t>in</a:t>
            </a:r>
            <a:r>
              <a:rPr sz="2000" spc="5" dirty="0">
                <a:latin typeface="Calibri"/>
                <a:cs typeface="Calibri"/>
              </a:rPr>
              <a:t> </a:t>
            </a:r>
            <a:r>
              <a:rPr sz="2000" spc="-5" dirty="0">
                <a:latin typeface="Calibri"/>
                <a:cs typeface="Calibri"/>
              </a:rPr>
              <a:t>this</a:t>
            </a:r>
            <a:r>
              <a:rPr sz="2000" spc="5" dirty="0">
                <a:latin typeface="Calibri"/>
                <a:cs typeface="Calibri"/>
              </a:rPr>
              <a:t> </a:t>
            </a:r>
            <a:r>
              <a:rPr sz="2000" spc="-5" dirty="0">
                <a:latin typeface="Calibri"/>
                <a:cs typeface="Calibri"/>
              </a:rPr>
              <a:t>scenario</a:t>
            </a:r>
            <a:r>
              <a:rPr sz="2000" spc="5" dirty="0">
                <a:latin typeface="Calibri"/>
                <a:cs typeface="Calibri"/>
              </a:rPr>
              <a:t> </a:t>
            </a:r>
            <a:r>
              <a:rPr sz="2000" spc="-5" dirty="0">
                <a:latin typeface="Calibri"/>
                <a:cs typeface="Calibri"/>
              </a:rPr>
              <a:t>does</a:t>
            </a:r>
            <a:r>
              <a:rPr sz="2000" spc="5" dirty="0">
                <a:latin typeface="Calibri"/>
                <a:cs typeface="Calibri"/>
              </a:rPr>
              <a:t> </a:t>
            </a:r>
            <a:r>
              <a:rPr sz="2000" spc="-5" dirty="0">
                <a:latin typeface="Calibri"/>
                <a:cs typeface="Calibri"/>
              </a:rPr>
              <a:t>not</a:t>
            </a:r>
            <a:r>
              <a:rPr sz="2000" spc="5" dirty="0">
                <a:latin typeface="Calibri"/>
                <a:cs typeface="Calibri"/>
              </a:rPr>
              <a:t> </a:t>
            </a:r>
            <a:r>
              <a:rPr sz="2000" spc="-5" dirty="0">
                <a:latin typeface="Calibri"/>
                <a:cs typeface="Calibri"/>
              </a:rPr>
              <a:t>even</a:t>
            </a:r>
            <a:r>
              <a:rPr sz="2000" spc="5" dirty="0">
                <a:latin typeface="Calibri"/>
                <a:cs typeface="Calibri"/>
              </a:rPr>
              <a:t> </a:t>
            </a:r>
            <a:r>
              <a:rPr sz="2000" spc="-5" dirty="0">
                <a:latin typeface="Calibri"/>
                <a:cs typeface="Calibri"/>
              </a:rPr>
              <a:t>need</a:t>
            </a:r>
            <a:r>
              <a:rPr sz="2000" dirty="0">
                <a:latin typeface="Calibri"/>
                <a:cs typeface="Calibri"/>
              </a:rPr>
              <a:t> a</a:t>
            </a:r>
            <a:r>
              <a:rPr sz="2000" spc="15" dirty="0">
                <a:latin typeface="Calibri"/>
                <a:cs typeface="Calibri"/>
              </a:rPr>
              <a:t> </a:t>
            </a:r>
            <a:r>
              <a:rPr sz="2000" spc="-5" dirty="0">
                <a:latin typeface="Calibri"/>
                <a:cs typeface="Calibri"/>
              </a:rPr>
              <a:t>CD</a:t>
            </a:r>
            <a:r>
              <a:rPr sz="2000" spc="5" dirty="0">
                <a:latin typeface="Calibri"/>
                <a:cs typeface="Calibri"/>
              </a:rPr>
              <a:t> </a:t>
            </a:r>
            <a:r>
              <a:rPr sz="2000" spc="-5" dirty="0">
                <a:latin typeface="Calibri"/>
                <a:cs typeface="Calibri"/>
              </a:rPr>
              <a:t>or</a:t>
            </a:r>
            <a:r>
              <a:rPr sz="2000" dirty="0">
                <a:latin typeface="Calibri"/>
                <a:cs typeface="Calibri"/>
              </a:rPr>
              <a:t> </a:t>
            </a:r>
            <a:r>
              <a:rPr sz="2000" spc="-15" dirty="0">
                <a:latin typeface="Calibri"/>
                <a:cs typeface="Calibri"/>
              </a:rPr>
              <a:t>DVD</a:t>
            </a:r>
            <a:r>
              <a:rPr sz="2000" spc="25" dirty="0">
                <a:latin typeface="Calibri"/>
                <a:cs typeface="Calibri"/>
              </a:rPr>
              <a:t> </a:t>
            </a:r>
            <a:r>
              <a:rPr sz="2000" spc="-5" dirty="0">
                <a:latin typeface="Calibri"/>
                <a:cs typeface="Calibri"/>
              </a:rPr>
              <a:t>drive,</a:t>
            </a:r>
            <a:r>
              <a:rPr sz="2000" spc="10" dirty="0">
                <a:latin typeface="Calibri"/>
                <a:cs typeface="Calibri"/>
              </a:rPr>
              <a:t> </a:t>
            </a:r>
            <a:r>
              <a:rPr sz="2000" dirty="0">
                <a:latin typeface="Calibri"/>
                <a:cs typeface="Calibri"/>
              </a:rPr>
              <a:t>as</a:t>
            </a:r>
            <a:r>
              <a:rPr sz="2000" spc="-15" dirty="0">
                <a:latin typeface="Calibri"/>
                <a:cs typeface="Calibri"/>
              </a:rPr>
              <a:t> </a:t>
            </a:r>
            <a:r>
              <a:rPr sz="2000" spc="-5" dirty="0">
                <a:latin typeface="Calibri"/>
                <a:cs typeface="Calibri"/>
              </a:rPr>
              <a:t>no </a:t>
            </a:r>
            <a:r>
              <a:rPr sz="2000" dirty="0">
                <a:latin typeface="Calibri"/>
                <a:cs typeface="Calibri"/>
              </a:rPr>
              <a:t> </a:t>
            </a:r>
            <a:r>
              <a:rPr sz="2000" spc="-10" dirty="0">
                <a:latin typeface="Calibri"/>
                <a:cs typeface="Calibri"/>
              </a:rPr>
              <a:t>software</a:t>
            </a:r>
            <a:r>
              <a:rPr sz="2000" spc="-5" dirty="0">
                <a:latin typeface="Calibri"/>
                <a:cs typeface="Calibri"/>
              </a:rPr>
              <a:t> </a:t>
            </a:r>
            <a:r>
              <a:rPr sz="2000" spc="-10" dirty="0">
                <a:latin typeface="Calibri"/>
                <a:cs typeface="Calibri"/>
              </a:rPr>
              <a:t>programs</a:t>
            </a:r>
            <a:r>
              <a:rPr sz="2000" spc="5" dirty="0">
                <a:latin typeface="Calibri"/>
                <a:cs typeface="Calibri"/>
              </a:rPr>
              <a:t> </a:t>
            </a:r>
            <a:r>
              <a:rPr sz="2000" spc="-10" dirty="0">
                <a:latin typeface="Calibri"/>
                <a:cs typeface="Calibri"/>
              </a:rPr>
              <a:t>have to</a:t>
            </a:r>
            <a:r>
              <a:rPr sz="2000" dirty="0">
                <a:latin typeface="Calibri"/>
                <a:cs typeface="Calibri"/>
              </a:rPr>
              <a:t> </a:t>
            </a:r>
            <a:r>
              <a:rPr sz="2000" spc="-5" dirty="0">
                <a:latin typeface="Calibri"/>
                <a:cs typeface="Calibri"/>
              </a:rPr>
              <a:t>be</a:t>
            </a:r>
            <a:r>
              <a:rPr sz="2000" dirty="0">
                <a:latin typeface="Calibri"/>
                <a:cs typeface="Calibri"/>
              </a:rPr>
              <a:t> </a:t>
            </a:r>
            <a:r>
              <a:rPr sz="2000" spc="-5" dirty="0">
                <a:latin typeface="Calibri"/>
                <a:cs typeface="Calibri"/>
              </a:rPr>
              <a:t>loaded</a:t>
            </a:r>
            <a:r>
              <a:rPr sz="2000" spc="10" dirty="0">
                <a:latin typeface="Calibri"/>
                <a:cs typeface="Calibri"/>
              </a:rPr>
              <a:t> </a:t>
            </a:r>
            <a:r>
              <a:rPr sz="2000" dirty="0">
                <a:latin typeface="Calibri"/>
                <a:cs typeface="Calibri"/>
              </a:rPr>
              <a:t>and</a:t>
            </a:r>
            <a:r>
              <a:rPr sz="2000" spc="10" dirty="0">
                <a:latin typeface="Calibri"/>
                <a:cs typeface="Calibri"/>
              </a:rPr>
              <a:t> </a:t>
            </a:r>
            <a:r>
              <a:rPr sz="2000" spc="-5" dirty="0">
                <a:latin typeface="Calibri"/>
                <a:cs typeface="Calibri"/>
              </a:rPr>
              <a:t>no</a:t>
            </a:r>
            <a:r>
              <a:rPr sz="2000" spc="10" dirty="0">
                <a:latin typeface="Calibri"/>
                <a:cs typeface="Calibri"/>
              </a:rPr>
              <a:t> </a:t>
            </a:r>
            <a:r>
              <a:rPr sz="2000" spc="-5" dirty="0">
                <a:latin typeface="Calibri"/>
                <a:cs typeface="Calibri"/>
              </a:rPr>
              <a:t>document</a:t>
            </a:r>
            <a:r>
              <a:rPr sz="2000" spc="5" dirty="0">
                <a:latin typeface="Calibri"/>
                <a:cs typeface="Calibri"/>
              </a:rPr>
              <a:t> </a:t>
            </a:r>
            <a:r>
              <a:rPr sz="2000" spc="-5" dirty="0">
                <a:latin typeface="Calibri"/>
                <a:cs typeface="Calibri"/>
              </a:rPr>
              <a:t>files</a:t>
            </a:r>
            <a:r>
              <a:rPr sz="2000" spc="5" dirty="0">
                <a:latin typeface="Calibri"/>
                <a:cs typeface="Calibri"/>
              </a:rPr>
              <a:t> </a:t>
            </a:r>
            <a:r>
              <a:rPr sz="2000" spc="-5" dirty="0">
                <a:latin typeface="Calibri"/>
                <a:cs typeface="Calibri"/>
              </a:rPr>
              <a:t>need</a:t>
            </a:r>
            <a:r>
              <a:rPr sz="2000" spc="10" dirty="0">
                <a:latin typeface="Calibri"/>
                <a:cs typeface="Calibri"/>
              </a:rPr>
              <a:t> </a:t>
            </a:r>
            <a:r>
              <a:rPr sz="2000" spc="-10" dirty="0">
                <a:latin typeface="Calibri"/>
                <a:cs typeface="Calibri"/>
              </a:rPr>
              <a:t>to</a:t>
            </a:r>
            <a:r>
              <a:rPr sz="2000" dirty="0">
                <a:latin typeface="Calibri"/>
                <a:cs typeface="Calibri"/>
              </a:rPr>
              <a:t> </a:t>
            </a:r>
            <a:r>
              <a:rPr sz="2000" spc="-5" dirty="0">
                <a:latin typeface="Calibri"/>
                <a:cs typeface="Calibri"/>
              </a:rPr>
              <a:t>be</a:t>
            </a:r>
            <a:r>
              <a:rPr sz="2000" spc="5" dirty="0">
                <a:latin typeface="Calibri"/>
                <a:cs typeface="Calibri"/>
              </a:rPr>
              <a:t> </a:t>
            </a:r>
            <a:r>
              <a:rPr sz="2000" spc="-5" dirty="0">
                <a:latin typeface="Calibri"/>
                <a:cs typeface="Calibri"/>
              </a:rPr>
              <a:t>saved.</a:t>
            </a:r>
            <a:endParaRPr sz="2000" dirty="0">
              <a:latin typeface="Calibri"/>
              <a:cs typeface="Calibri"/>
            </a:endParaRPr>
          </a:p>
        </p:txBody>
      </p:sp>
      <p:sp>
        <p:nvSpPr>
          <p:cNvPr id="5" name="Footer Placeholder 4">
            <a:extLst>
              <a:ext uri="{FF2B5EF4-FFF2-40B4-BE49-F238E27FC236}">
                <a16:creationId xmlns:a16="http://schemas.microsoft.com/office/drawing/2014/main" id="{747EA947-82A3-DEB6-977F-FE6C6654C842}"/>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145482"/>
            <a:ext cx="4089399"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17</a:t>
            </a:r>
          </a:p>
        </p:txBody>
      </p:sp>
      <p:sp>
        <p:nvSpPr>
          <p:cNvPr id="3" name="object 3"/>
          <p:cNvSpPr txBox="1"/>
          <p:nvPr/>
        </p:nvSpPr>
        <p:spPr>
          <a:xfrm>
            <a:off x="535938" y="931082"/>
            <a:ext cx="7788275" cy="3901068"/>
          </a:xfrm>
          <a:prstGeom prst="rect">
            <a:avLst/>
          </a:prstGeom>
        </p:spPr>
        <p:txBody>
          <a:bodyPr vert="horz" wrap="square" lIns="0" tIns="71120" rIns="0" bIns="0" rtlCol="0">
            <a:spAutoFit/>
          </a:bodyPr>
          <a:lstStyle/>
          <a:p>
            <a:pPr marL="355600" indent="-343535">
              <a:lnSpc>
                <a:spcPct val="100000"/>
              </a:lnSpc>
              <a:spcBef>
                <a:spcPts val="560"/>
              </a:spcBef>
              <a:buFont typeface="Arial MT"/>
              <a:buChar char="•"/>
              <a:tabLst>
                <a:tab pos="355600" algn="l"/>
                <a:tab pos="356235" algn="l"/>
              </a:tabLst>
            </a:pPr>
            <a:r>
              <a:rPr sz="1900" b="1" spc="-10" dirty="0">
                <a:latin typeface="Calibri"/>
                <a:cs typeface="Calibri"/>
              </a:rPr>
              <a:t>Improved</a:t>
            </a:r>
            <a:r>
              <a:rPr sz="1900" b="1" spc="-30" dirty="0">
                <a:latin typeface="Calibri"/>
                <a:cs typeface="Calibri"/>
              </a:rPr>
              <a:t> </a:t>
            </a:r>
            <a:r>
              <a:rPr sz="1900" b="1" spc="-5" dirty="0">
                <a:latin typeface="Calibri"/>
                <a:cs typeface="Calibri"/>
              </a:rPr>
              <a:t>performance:</a:t>
            </a:r>
            <a:endParaRPr sz="1900" dirty="0">
              <a:latin typeface="Calibri"/>
              <a:cs typeface="Calibri"/>
            </a:endParaRPr>
          </a:p>
          <a:p>
            <a:pPr marL="756285" marR="552450" lvl="1" indent="-287020">
              <a:lnSpc>
                <a:spcPct val="100000"/>
              </a:lnSpc>
              <a:spcBef>
                <a:spcPts val="405"/>
              </a:spcBef>
              <a:buFont typeface="Arial MT"/>
              <a:buChar char="–"/>
              <a:tabLst>
                <a:tab pos="756285" algn="l"/>
                <a:tab pos="756920" algn="l"/>
              </a:tabLst>
            </a:pPr>
            <a:r>
              <a:rPr sz="1900" spc="-5" dirty="0">
                <a:latin typeface="Calibri"/>
                <a:cs typeface="Calibri"/>
              </a:rPr>
              <a:t>With </a:t>
            </a:r>
            <a:r>
              <a:rPr sz="1900" spc="-20" dirty="0">
                <a:latin typeface="Calibri"/>
                <a:cs typeface="Calibri"/>
              </a:rPr>
              <a:t>few</a:t>
            </a:r>
            <a:r>
              <a:rPr sz="1900" spc="10" dirty="0">
                <a:latin typeface="Calibri"/>
                <a:cs typeface="Calibri"/>
              </a:rPr>
              <a:t> </a:t>
            </a:r>
            <a:r>
              <a:rPr sz="1900" spc="-10" dirty="0">
                <a:latin typeface="Calibri"/>
                <a:cs typeface="Calibri"/>
              </a:rPr>
              <a:t>large</a:t>
            </a:r>
            <a:r>
              <a:rPr sz="1900" dirty="0">
                <a:latin typeface="Calibri"/>
                <a:cs typeface="Calibri"/>
              </a:rPr>
              <a:t> </a:t>
            </a:r>
            <a:r>
              <a:rPr sz="1900" spc="-15" dirty="0">
                <a:latin typeface="Calibri"/>
                <a:cs typeface="Calibri"/>
              </a:rPr>
              <a:t>programs</a:t>
            </a:r>
            <a:r>
              <a:rPr sz="1900" spc="25" dirty="0">
                <a:latin typeface="Calibri"/>
                <a:cs typeface="Calibri"/>
              </a:rPr>
              <a:t> </a:t>
            </a:r>
            <a:r>
              <a:rPr sz="1900" spc="-5" dirty="0">
                <a:latin typeface="Calibri"/>
                <a:cs typeface="Calibri"/>
              </a:rPr>
              <a:t>hogging</a:t>
            </a:r>
            <a:r>
              <a:rPr sz="1900" spc="-10" dirty="0">
                <a:latin typeface="Calibri"/>
                <a:cs typeface="Calibri"/>
              </a:rPr>
              <a:t> </a:t>
            </a:r>
            <a:r>
              <a:rPr sz="1900" spc="-15" dirty="0">
                <a:latin typeface="Calibri"/>
                <a:cs typeface="Calibri"/>
              </a:rPr>
              <a:t>your</a:t>
            </a:r>
            <a:r>
              <a:rPr sz="1900" spc="20" dirty="0">
                <a:latin typeface="Calibri"/>
                <a:cs typeface="Calibri"/>
              </a:rPr>
              <a:t> </a:t>
            </a:r>
            <a:r>
              <a:rPr sz="1900" spc="-10" dirty="0">
                <a:latin typeface="Calibri"/>
                <a:cs typeface="Calibri"/>
              </a:rPr>
              <a:t>computer's</a:t>
            </a:r>
            <a:r>
              <a:rPr sz="1900" spc="15" dirty="0">
                <a:latin typeface="Calibri"/>
                <a:cs typeface="Calibri"/>
              </a:rPr>
              <a:t> </a:t>
            </a:r>
            <a:r>
              <a:rPr sz="1900" spc="-20" dirty="0">
                <a:latin typeface="Calibri"/>
                <a:cs typeface="Calibri"/>
              </a:rPr>
              <a:t>memory,</a:t>
            </a:r>
            <a:r>
              <a:rPr sz="1900" spc="35" dirty="0">
                <a:latin typeface="Calibri"/>
                <a:cs typeface="Calibri"/>
              </a:rPr>
              <a:t> </a:t>
            </a:r>
            <a:r>
              <a:rPr sz="1900" spc="-15" dirty="0">
                <a:latin typeface="Calibri"/>
                <a:cs typeface="Calibri"/>
              </a:rPr>
              <a:t>you</a:t>
            </a:r>
            <a:r>
              <a:rPr sz="1900" spc="25" dirty="0">
                <a:latin typeface="Calibri"/>
                <a:cs typeface="Calibri"/>
              </a:rPr>
              <a:t> </a:t>
            </a:r>
            <a:r>
              <a:rPr sz="1900" spc="-5" dirty="0">
                <a:latin typeface="Calibri"/>
                <a:cs typeface="Calibri"/>
              </a:rPr>
              <a:t>will</a:t>
            </a:r>
            <a:r>
              <a:rPr sz="1900" spc="-10" dirty="0">
                <a:latin typeface="Calibri"/>
                <a:cs typeface="Calibri"/>
              </a:rPr>
              <a:t> see</a:t>
            </a:r>
            <a:r>
              <a:rPr sz="1900" spc="5" dirty="0">
                <a:latin typeface="Calibri"/>
                <a:cs typeface="Calibri"/>
              </a:rPr>
              <a:t> </a:t>
            </a:r>
            <a:r>
              <a:rPr sz="1900" spc="-10" dirty="0">
                <a:latin typeface="Calibri"/>
                <a:cs typeface="Calibri"/>
              </a:rPr>
              <a:t>better </a:t>
            </a:r>
            <a:r>
              <a:rPr sz="1900" spc="-350" dirty="0">
                <a:latin typeface="Calibri"/>
                <a:cs typeface="Calibri"/>
              </a:rPr>
              <a:t> </a:t>
            </a:r>
            <a:r>
              <a:rPr sz="1900" spc="-10" dirty="0">
                <a:latin typeface="Calibri"/>
                <a:cs typeface="Calibri"/>
              </a:rPr>
              <a:t>performance</a:t>
            </a:r>
            <a:r>
              <a:rPr sz="1900" spc="35" dirty="0">
                <a:latin typeface="Calibri"/>
                <a:cs typeface="Calibri"/>
              </a:rPr>
              <a:t> </a:t>
            </a:r>
            <a:r>
              <a:rPr sz="1900" spc="-15" dirty="0">
                <a:latin typeface="Calibri"/>
                <a:cs typeface="Calibri"/>
              </a:rPr>
              <a:t>from</a:t>
            </a:r>
            <a:r>
              <a:rPr sz="1900" dirty="0">
                <a:latin typeface="Calibri"/>
                <a:cs typeface="Calibri"/>
              </a:rPr>
              <a:t> </a:t>
            </a:r>
            <a:r>
              <a:rPr sz="1900" spc="-15" dirty="0">
                <a:latin typeface="Calibri"/>
                <a:cs typeface="Calibri"/>
              </a:rPr>
              <a:t>your</a:t>
            </a:r>
            <a:r>
              <a:rPr sz="1900" spc="20" dirty="0">
                <a:latin typeface="Calibri"/>
                <a:cs typeface="Calibri"/>
              </a:rPr>
              <a:t> </a:t>
            </a:r>
            <a:r>
              <a:rPr sz="1900" spc="-5" dirty="0">
                <a:latin typeface="Calibri"/>
                <a:cs typeface="Calibri"/>
              </a:rPr>
              <a:t>PC.</a:t>
            </a:r>
            <a:endParaRPr sz="1900" dirty="0">
              <a:latin typeface="Calibri"/>
              <a:cs typeface="Calibri"/>
            </a:endParaRPr>
          </a:p>
          <a:p>
            <a:pPr marL="756285" marR="5080" lvl="1" indent="-287020">
              <a:lnSpc>
                <a:spcPct val="100000"/>
              </a:lnSpc>
              <a:spcBef>
                <a:spcPts val="385"/>
              </a:spcBef>
              <a:buFont typeface="Arial MT"/>
              <a:buChar char="–"/>
              <a:tabLst>
                <a:tab pos="756285" algn="l"/>
                <a:tab pos="756920" algn="l"/>
              </a:tabLst>
            </a:pPr>
            <a:r>
              <a:rPr sz="1900" spc="-10" dirty="0">
                <a:latin typeface="Calibri"/>
                <a:cs typeface="Calibri"/>
              </a:rPr>
              <a:t>Computers</a:t>
            </a:r>
            <a:r>
              <a:rPr sz="1900" spc="5" dirty="0">
                <a:latin typeface="Calibri"/>
                <a:cs typeface="Calibri"/>
              </a:rPr>
              <a:t> </a:t>
            </a:r>
            <a:r>
              <a:rPr sz="1900" spc="-5" dirty="0">
                <a:latin typeface="Calibri"/>
                <a:cs typeface="Calibri"/>
              </a:rPr>
              <a:t>in</a:t>
            </a:r>
            <a:r>
              <a:rPr sz="1900" dirty="0">
                <a:latin typeface="Calibri"/>
                <a:cs typeface="Calibri"/>
              </a:rPr>
              <a:t> </a:t>
            </a:r>
            <a:r>
              <a:rPr sz="1900" spc="-5" dirty="0">
                <a:latin typeface="Calibri"/>
                <a:cs typeface="Calibri"/>
              </a:rPr>
              <a:t>a cloud</a:t>
            </a:r>
            <a:r>
              <a:rPr sz="1900" dirty="0">
                <a:latin typeface="Calibri"/>
                <a:cs typeface="Calibri"/>
              </a:rPr>
              <a:t> </a:t>
            </a:r>
            <a:r>
              <a:rPr sz="1900" spc="-10" dirty="0">
                <a:latin typeface="Calibri"/>
                <a:cs typeface="Calibri"/>
              </a:rPr>
              <a:t>computing</a:t>
            </a:r>
            <a:r>
              <a:rPr sz="1900" spc="5" dirty="0">
                <a:latin typeface="Calibri"/>
                <a:cs typeface="Calibri"/>
              </a:rPr>
              <a:t> </a:t>
            </a:r>
            <a:r>
              <a:rPr sz="1900" spc="-15" dirty="0">
                <a:latin typeface="Calibri"/>
                <a:cs typeface="Calibri"/>
              </a:rPr>
              <a:t>system</a:t>
            </a:r>
            <a:r>
              <a:rPr sz="1900" dirty="0">
                <a:latin typeface="Calibri"/>
                <a:cs typeface="Calibri"/>
              </a:rPr>
              <a:t> </a:t>
            </a:r>
            <a:r>
              <a:rPr sz="1900" spc="-10" dirty="0">
                <a:latin typeface="Calibri"/>
                <a:cs typeface="Calibri"/>
              </a:rPr>
              <a:t>boot</a:t>
            </a:r>
            <a:r>
              <a:rPr sz="1900" spc="15" dirty="0">
                <a:latin typeface="Calibri"/>
                <a:cs typeface="Calibri"/>
              </a:rPr>
              <a:t> </a:t>
            </a:r>
            <a:r>
              <a:rPr sz="1900" spc="-5" dirty="0">
                <a:latin typeface="Calibri"/>
                <a:cs typeface="Calibri"/>
              </a:rPr>
              <a:t>and</a:t>
            </a:r>
            <a:r>
              <a:rPr sz="1900" spc="-15" dirty="0">
                <a:latin typeface="Calibri"/>
                <a:cs typeface="Calibri"/>
              </a:rPr>
              <a:t> </a:t>
            </a:r>
            <a:r>
              <a:rPr sz="1900" spc="-10" dirty="0">
                <a:latin typeface="Calibri"/>
                <a:cs typeface="Calibri"/>
              </a:rPr>
              <a:t>run</a:t>
            </a:r>
            <a:r>
              <a:rPr sz="1900" spc="15" dirty="0">
                <a:latin typeface="Calibri"/>
                <a:cs typeface="Calibri"/>
              </a:rPr>
              <a:t> </a:t>
            </a:r>
            <a:r>
              <a:rPr sz="1900" spc="-15" dirty="0">
                <a:latin typeface="Calibri"/>
                <a:cs typeface="Calibri"/>
              </a:rPr>
              <a:t>faster</a:t>
            </a:r>
            <a:r>
              <a:rPr sz="1900" spc="-5" dirty="0">
                <a:latin typeface="Calibri"/>
                <a:cs typeface="Calibri"/>
              </a:rPr>
              <a:t> </a:t>
            </a:r>
            <a:r>
              <a:rPr sz="1900" spc="-10" dirty="0">
                <a:latin typeface="Calibri"/>
                <a:cs typeface="Calibri"/>
              </a:rPr>
              <a:t>because</a:t>
            </a:r>
            <a:r>
              <a:rPr sz="1900" spc="5" dirty="0">
                <a:latin typeface="Calibri"/>
                <a:cs typeface="Calibri"/>
              </a:rPr>
              <a:t> </a:t>
            </a:r>
            <a:r>
              <a:rPr sz="1900" spc="-10" dirty="0">
                <a:latin typeface="Calibri"/>
                <a:cs typeface="Calibri"/>
              </a:rPr>
              <a:t>they</a:t>
            </a:r>
            <a:r>
              <a:rPr sz="1900" spc="10" dirty="0">
                <a:latin typeface="Calibri"/>
                <a:cs typeface="Calibri"/>
              </a:rPr>
              <a:t> </a:t>
            </a:r>
            <a:r>
              <a:rPr sz="1900" spc="-15" dirty="0">
                <a:latin typeface="Calibri"/>
                <a:cs typeface="Calibri"/>
              </a:rPr>
              <a:t>have</a:t>
            </a:r>
            <a:r>
              <a:rPr sz="1900" spc="5" dirty="0">
                <a:latin typeface="Calibri"/>
                <a:cs typeface="Calibri"/>
              </a:rPr>
              <a:t> </a:t>
            </a:r>
            <a:r>
              <a:rPr sz="1900" spc="-15" dirty="0">
                <a:latin typeface="Calibri"/>
                <a:cs typeface="Calibri"/>
              </a:rPr>
              <a:t>fewer </a:t>
            </a:r>
            <a:r>
              <a:rPr sz="1900" spc="-345" dirty="0">
                <a:latin typeface="Calibri"/>
                <a:cs typeface="Calibri"/>
              </a:rPr>
              <a:t> </a:t>
            </a:r>
            <a:r>
              <a:rPr sz="1900" spc="-15" dirty="0">
                <a:latin typeface="Calibri"/>
                <a:cs typeface="Calibri"/>
              </a:rPr>
              <a:t>programs</a:t>
            </a:r>
            <a:r>
              <a:rPr sz="1900" spc="15" dirty="0">
                <a:latin typeface="Calibri"/>
                <a:cs typeface="Calibri"/>
              </a:rPr>
              <a:t> </a:t>
            </a:r>
            <a:r>
              <a:rPr sz="1900" spc="-5" dirty="0">
                <a:latin typeface="Calibri"/>
                <a:cs typeface="Calibri"/>
              </a:rPr>
              <a:t>and</a:t>
            </a:r>
            <a:r>
              <a:rPr sz="1900" spc="-15" dirty="0">
                <a:latin typeface="Calibri"/>
                <a:cs typeface="Calibri"/>
              </a:rPr>
              <a:t> </a:t>
            </a:r>
            <a:r>
              <a:rPr sz="1900" spc="-10" dirty="0">
                <a:latin typeface="Calibri"/>
                <a:cs typeface="Calibri"/>
              </a:rPr>
              <a:t>processes</a:t>
            </a:r>
            <a:r>
              <a:rPr sz="1900" spc="35" dirty="0">
                <a:latin typeface="Calibri"/>
                <a:cs typeface="Calibri"/>
              </a:rPr>
              <a:t> </a:t>
            </a:r>
            <a:r>
              <a:rPr sz="1900" spc="-10" dirty="0">
                <a:latin typeface="Calibri"/>
                <a:cs typeface="Calibri"/>
              </a:rPr>
              <a:t>loaded</a:t>
            </a:r>
            <a:r>
              <a:rPr sz="1900" spc="-5" dirty="0">
                <a:latin typeface="Calibri"/>
                <a:cs typeface="Calibri"/>
              </a:rPr>
              <a:t> </a:t>
            </a:r>
            <a:r>
              <a:rPr sz="1900" spc="-10" dirty="0">
                <a:latin typeface="Calibri"/>
                <a:cs typeface="Calibri"/>
              </a:rPr>
              <a:t>into</a:t>
            </a:r>
            <a:r>
              <a:rPr sz="1900" spc="-15" dirty="0">
                <a:latin typeface="Calibri"/>
                <a:cs typeface="Calibri"/>
              </a:rPr>
              <a:t> </a:t>
            </a:r>
            <a:r>
              <a:rPr sz="1900" spc="-20" dirty="0">
                <a:latin typeface="Calibri"/>
                <a:cs typeface="Calibri"/>
              </a:rPr>
              <a:t>memory.</a:t>
            </a:r>
            <a:endParaRPr sz="1900" dirty="0">
              <a:latin typeface="Calibri"/>
              <a:cs typeface="Calibri"/>
            </a:endParaRPr>
          </a:p>
          <a:p>
            <a:pPr marL="355600" indent="-343535">
              <a:lnSpc>
                <a:spcPct val="100000"/>
              </a:lnSpc>
              <a:spcBef>
                <a:spcPts val="414"/>
              </a:spcBef>
              <a:buFont typeface="Arial MT"/>
              <a:buChar char="•"/>
              <a:tabLst>
                <a:tab pos="355600" algn="l"/>
                <a:tab pos="356235" algn="l"/>
              </a:tabLst>
            </a:pPr>
            <a:r>
              <a:rPr sz="1900" b="1" spc="-10" dirty="0">
                <a:latin typeface="Calibri"/>
                <a:cs typeface="Calibri"/>
              </a:rPr>
              <a:t>Reduced</a:t>
            </a:r>
            <a:r>
              <a:rPr sz="1900" b="1" spc="-35" dirty="0">
                <a:latin typeface="Calibri"/>
                <a:cs typeface="Calibri"/>
              </a:rPr>
              <a:t> </a:t>
            </a:r>
            <a:r>
              <a:rPr sz="1900" b="1" spc="-10" dirty="0">
                <a:latin typeface="Calibri"/>
                <a:cs typeface="Calibri"/>
              </a:rPr>
              <a:t>software</a:t>
            </a:r>
            <a:r>
              <a:rPr sz="1900" b="1" spc="-40" dirty="0">
                <a:latin typeface="Calibri"/>
                <a:cs typeface="Calibri"/>
              </a:rPr>
              <a:t> </a:t>
            </a:r>
            <a:r>
              <a:rPr sz="1900" b="1" spc="-5" dirty="0">
                <a:latin typeface="Calibri"/>
                <a:cs typeface="Calibri"/>
              </a:rPr>
              <a:t>costs:</a:t>
            </a:r>
            <a:endParaRPr sz="1900" dirty="0">
              <a:latin typeface="Calibri"/>
              <a:cs typeface="Calibri"/>
            </a:endParaRPr>
          </a:p>
          <a:p>
            <a:pPr marL="756285" marR="60960" lvl="1" indent="-287020">
              <a:lnSpc>
                <a:spcPct val="100000"/>
              </a:lnSpc>
              <a:spcBef>
                <a:spcPts val="400"/>
              </a:spcBef>
              <a:buFont typeface="Arial MT"/>
              <a:buChar char="–"/>
              <a:tabLst>
                <a:tab pos="756285" algn="l"/>
                <a:tab pos="756920" algn="l"/>
              </a:tabLst>
            </a:pPr>
            <a:r>
              <a:rPr sz="1900" spc="-10" dirty="0">
                <a:latin typeface="Calibri"/>
                <a:cs typeface="Calibri"/>
              </a:rPr>
              <a:t>Instead</a:t>
            </a:r>
            <a:r>
              <a:rPr sz="1900" spc="-20" dirty="0">
                <a:latin typeface="Calibri"/>
                <a:cs typeface="Calibri"/>
              </a:rPr>
              <a:t> </a:t>
            </a:r>
            <a:r>
              <a:rPr sz="1900" spc="-5" dirty="0">
                <a:latin typeface="Calibri"/>
                <a:cs typeface="Calibri"/>
              </a:rPr>
              <a:t>of</a:t>
            </a:r>
            <a:r>
              <a:rPr sz="1900" spc="15" dirty="0">
                <a:latin typeface="Calibri"/>
                <a:cs typeface="Calibri"/>
              </a:rPr>
              <a:t> </a:t>
            </a:r>
            <a:r>
              <a:rPr sz="1900" spc="-10" dirty="0">
                <a:latin typeface="Calibri"/>
                <a:cs typeface="Calibri"/>
              </a:rPr>
              <a:t>purchasing</a:t>
            </a:r>
            <a:r>
              <a:rPr sz="1900" spc="-5" dirty="0">
                <a:latin typeface="Calibri"/>
                <a:cs typeface="Calibri"/>
              </a:rPr>
              <a:t> </a:t>
            </a:r>
            <a:r>
              <a:rPr sz="1900" spc="-10" dirty="0">
                <a:latin typeface="Calibri"/>
                <a:cs typeface="Calibri"/>
              </a:rPr>
              <a:t>expensive</a:t>
            </a:r>
            <a:r>
              <a:rPr sz="1900" spc="10" dirty="0">
                <a:latin typeface="Calibri"/>
                <a:cs typeface="Calibri"/>
              </a:rPr>
              <a:t> </a:t>
            </a:r>
            <a:r>
              <a:rPr sz="1900" spc="-10" dirty="0">
                <a:latin typeface="Calibri"/>
                <a:cs typeface="Calibri"/>
              </a:rPr>
              <a:t>software</a:t>
            </a:r>
            <a:r>
              <a:rPr sz="1900" spc="35" dirty="0">
                <a:latin typeface="Calibri"/>
                <a:cs typeface="Calibri"/>
              </a:rPr>
              <a:t> </a:t>
            </a:r>
            <a:r>
              <a:rPr sz="1900" spc="-10" dirty="0">
                <a:latin typeface="Calibri"/>
                <a:cs typeface="Calibri"/>
              </a:rPr>
              <a:t>applications,</a:t>
            </a:r>
            <a:r>
              <a:rPr sz="1900" spc="-20" dirty="0">
                <a:latin typeface="Calibri"/>
                <a:cs typeface="Calibri"/>
              </a:rPr>
              <a:t> </a:t>
            </a:r>
            <a:r>
              <a:rPr sz="1900" spc="-15" dirty="0">
                <a:latin typeface="Calibri"/>
                <a:cs typeface="Calibri"/>
              </a:rPr>
              <a:t>you</a:t>
            </a:r>
            <a:r>
              <a:rPr sz="1900" spc="15" dirty="0">
                <a:latin typeface="Calibri"/>
                <a:cs typeface="Calibri"/>
              </a:rPr>
              <a:t> </a:t>
            </a:r>
            <a:r>
              <a:rPr sz="1900" spc="-10" dirty="0">
                <a:latin typeface="Calibri"/>
                <a:cs typeface="Calibri"/>
              </a:rPr>
              <a:t>can</a:t>
            </a:r>
            <a:r>
              <a:rPr sz="1900" spc="10" dirty="0">
                <a:latin typeface="Calibri"/>
                <a:cs typeface="Calibri"/>
              </a:rPr>
              <a:t> </a:t>
            </a:r>
            <a:r>
              <a:rPr sz="1900" spc="-15" dirty="0">
                <a:latin typeface="Calibri"/>
                <a:cs typeface="Calibri"/>
              </a:rPr>
              <a:t>get</a:t>
            </a:r>
            <a:r>
              <a:rPr sz="1900" spc="10" dirty="0">
                <a:latin typeface="Calibri"/>
                <a:cs typeface="Calibri"/>
              </a:rPr>
              <a:t> </a:t>
            </a:r>
            <a:r>
              <a:rPr sz="1900" spc="-10" dirty="0">
                <a:latin typeface="Calibri"/>
                <a:cs typeface="Calibri"/>
              </a:rPr>
              <a:t>most</a:t>
            </a:r>
            <a:r>
              <a:rPr sz="1900" spc="15" dirty="0">
                <a:latin typeface="Calibri"/>
                <a:cs typeface="Calibri"/>
              </a:rPr>
              <a:t> </a:t>
            </a:r>
            <a:r>
              <a:rPr sz="1900" spc="-5" dirty="0">
                <a:latin typeface="Calibri"/>
                <a:cs typeface="Calibri"/>
              </a:rPr>
              <a:t>of</a:t>
            </a:r>
            <a:r>
              <a:rPr sz="1900" spc="20" dirty="0">
                <a:latin typeface="Calibri"/>
                <a:cs typeface="Calibri"/>
              </a:rPr>
              <a:t> </a:t>
            </a:r>
            <a:r>
              <a:rPr sz="1900" spc="-5" dirty="0">
                <a:latin typeface="Calibri"/>
                <a:cs typeface="Calibri"/>
              </a:rPr>
              <a:t>what</a:t>
            </a:r>
            <a:r>
              <a:rPr sz="1900" spc="5" dirty="0">
                <a:latin typeface="Calibri"/>
                <a:cs typeface="Calibri"/>
              </a:rPr>
              <a:t> </a:t>
            </a:r>
            <a:r>
              <a:rPr sz="1900" spc="-20" dirty="0">
                <a:latin typeface="Calibri"/>
                <a:cs typeface="Calibri"/>
              </a:rPr>
              <a:t>you </a:t>
            </a:r>
            <a:r>
              <a:rPr sz="1900" spc="-345" dirty="0">
                <a:latin typeface="Calibri"/>
                <a:cs typeface="Calibri"/>
              </a:rPr>
              <a:t> </a:t>
            </a:r>
            <a:r>
              <a:rPr sz="1900" spc="-10" dirty="0">
                <a:latin typeface="Calibri"/>
                <a:cs typeface="Calibri"/>
              </a:rPr>
              <a:t>need</a:t>
            </a:r>
            <a:r>
              <a:rPr sz="1900" dirty="0">
                <a:latin typeface="Calibri"/>
                <a:cs typeface="Calibri"/>
              </a:rPr>
              <a:t> </a:t>
            </a:r>
            <a:r>
              <a:rPr sz="1900" spc="-15" dirty="0">
                <a:latin typeface="Calibri"/>
                <a:cs typeface="Calibri"/>
              </a:rPr>
              <a:t>for</a:t>
            </a:r>
            <a:r>
              <a:rPr sz="1900" spc="15" dirty="0">
                <a:latin typeface="Calibri"/>
                <a:cs typeface="Calibri"/>
              </a:rPr>
              <a:t> </a:t>
            </a:r>
            <a:r>
              <a:rPr sz="1900" spc="-10" dirty="0">
                <a:latin typeface="Calibri"/>
                <a:cs typeface="Calibri"/>
              </a:rPr>
              <a:t>free.</a:t>
            </a:r>
            <a:endParaRPr sz="1900" dirty="0">
              <a:latin typeface="Calibri"/>
              <a:cs typeface="Calibri"/>
            </a:endParaRPr>
          </a:p>
          <a:p>
            <a:pPr marL="1155700" lvl="2" indent="-229235">
              <a:lnSpc>
                <a:spcPct val="100000"/>
              </a:lnSpc>
              <a:spcBef>
                <a:spcPts val="345"/>
              </a:spcBef>
              <a:buFont typeface="Arial MT"/>
              <a:buChar char="•"/>
              <a:tabLst>
                <a:tab pos="1155700" algn="l"/>
                <a:tab pos="1156335" algn="l"/>
              </a:tabLst>
            </a:pPr>
            <a:r>
              <a:rPr sz="1900" spc="-5" dirty="0">
                <a:latin typeface="Calibri"/>
                <a:cs typeface="Calibri"/>
              </a:rPr>
              <a:t>most</a:t>
            </a:r>
            <a:r>
              <a:rPr sz="1900" spc="5" dirty="0">
                <a:latin typeface="Calibri"/>
                <a:cs typeface="Calibri"/>
              </a:rPr>
              <a:t> </a:t>
            </a:r>
            <a:r>
              <a:rPr sz="1900" spc="-5" dirty="0">
                <a:latin typeface="Calibri"/>
                <a:cs typeface="Calibri"/>
              </a:rPr>
              <a:t>cloud</a:t>
            </a:r>
            <a:r>
              <a:rPr sz="1900" dirty="0">
                <a:latin typeface="Calibri"/>
                <a:cs typeface="Calibri"/>
              </a:rPr>
              <a:t> </a:t>
            </a:r>
            <a:r>
              <a:rPr sz="1900" spc="-5" dirty="0">
                <a:latin typeface="Calibri"/>
                <a:cs typeface="Calibri"/>
              </a:rPr>
              <a:t>computing</a:t>
            </a:r>
            <a:r>
              <a:rPr sz="1900" spc="-30" dirty="0">
                <a:latin typeface="Calibri"/>
                <a:cs typeface="Calibri"/>
              </a:rPr>
              <a:t> </a:t>
            </a:r>
            <a:r>
              <a:rPr sz="1900" spc="-5" dirty="0">
                <a:latin typeface="Calibri"/>
                <a:cs typeface="Calibri"/>
              </a:rPr>
              <a:t>applications</a:t>
            </a:r>
            <a:r>
              <a:rPr sz="1900" spc="-15" dirty="0">
                <a:latin typeface="Calibri"/>
                <a:cs typeface="Calibri"/>
              </a:rPr>
              <a:t> </a:t>
            </a:r>
            <a:r>
              <a:rPr sz="1900" spc="-25" dirty="0">
                <a:latin typeface="Calibri"/>
                <a:cs typeface="Calibri"/>
              </a:rPr>
              <a:t>today,</a:t>
            </a:r>
            <a:r>
              <a:rPr sz="1900" spc="-20" dirty="0">
                <a:latin typeface="Calibri"/>
                <a:cs typeface="Calibri"/>
              </a:rPr>
              <a:t> </a:t>
            </a:r>
            <a:r>
              <a:rPr sz="1900" spc="-5" dirty="0">
                <a:latin typeface="Calibri"/>
                <a:cs typeface="Calibri"/>
              </a:rPr>
              <a:t>such</a:t>
            </a:r>
            <a:r>
              <a:rPr sz="1900" spc="10" dirty="0">
                <a:latin typeface="Calibri"/>
                <a:cs typeface="Calibri"/>
              </a:rPr>
              <a:t> </a:t>
            </a:r>
            <a:r>
              <a:rPr sz="1900" dirty="0">
                <a:latin typeface="Calibri"/>
                <a:cs typeface="Calibri"/>
              </a:rPr>
              <a:t>as</a:t>
            </a:r>
            <a:r>
              <a:rPr sz="1900" spc="5" dirty="0">
                <a:latin typeface="Calibri"/>
                <a:cs typeface="Calibri"/>
              </a:rPr>
              <a:t> </a:t>
            </a:r>
            <a:r>
              <a:rPr sz="1900" dirty="0">
                <a:latin typeface="Calibri"/>
                <a:cs typeface="Calibri"/>
              </a:rPr>
              <a:t>the</a:t>
            </a:r>
            <a:r>
              <a:rPr sz="1900" spc="-10" dirty="0">
                <a:latin typeface="Calibri"/>
                <a:cs typeface="Calibri"/>
              </a:rPr>
              <a:t> </a:t>
            </a:r>
            <a:r>
              <a:rPr sz="1900" dirty="0">
                <a:latin typeface="Calibri"/>
                <a:cs typeface="Calibri"/>
              </a:rPr>
              <a:t>Google</a:t>
            </a:r>
            <a:r>
              <a:rPr sz="1900" spc="20" dirty="0">
                <a:latin typeface="Calibri"/>
                <a:cs typeface="Calibri"/>
              </a:rPr>
              <a:t> </a:t>
            </a:r>
            <a:r>
              <a:rPr sz="1900" spc="-5" dirty="0">
                <a:latin typeface="Calibri"/>
                <a:cs typeface="Calibri"/>
              </a:rPr>
              <a:t>Docs</a:t>
            </a:r>
            <a:r>
              <a:rPr sz="1900" spc="20" dirty="0">
                <a:latin typeface="Calibri"/>
                <a:cs typeface="Calibri"/>
              </a:rPr>
              <a:t> </a:t>
            </a:r>
            <a:r>
              <a:rPr sz="1900" dirty="0">
                <a:latin typeface="Calibri"/>
                <a:cs typeface="Calibri"/>
              </a:rPr>
              <a:t>suite.</a:t>
            </a:r>
          </a:p>
          <a:p>
            <a:pPr marL="756285" lvl="1" indent="-287020">
              <a:lnSpc>
                <a:spcPct val="100000"/>
              </a:lnSpc>
              <a:spcBef>
                <a:spcPts val="340"/>
              </a:spcBef>
              <a:buFont typeface="Arial MT"/>
              <a:buChar char="–"/>
              <a:tabLst>
                <a:tab pos="756285" algn="l"/>
                <a:tab pos="756920" algn="l"/>
              </a:tabLst>
            </a:pPr>
            <a:r>
              <a:rPr sz="1900" spc="-10" dirty="0">
                <a:latin typeface="Calibri"/>
                <a:cs typeface="Calibri"/>
              </a:rPr>
              <a:t>better</a:t>
            </a:r>
            <a:r>
              <a:rPr sz="1900" spc="10" dirty="0">
                <a:latin typeface="Calibri"/>
                <a:cs typeface="Calibri"/>
              </a:rPr>
              <a:t> </a:t>
            </a:r>
            <a:r>
              <a:rPr sz="1900" spc="-5" dirty="0">
                <a:latin typeface="Calibri"/>
                <a:cs typeface="Calibri"/>
              </a:rPr>
              <a:t>than</a:t>
            </a:r>
            <a:r>
              <a:rPr sz="1900" spc="5" dirty="0">
                <a:latin typeface="Calibri"/>
                <a:cs typeface="Calibri"/>
              </a:rPr>
              <a:t> </a:t>
            </a:r>
            <a:r>
              <a:rPr sz="1900" spc="-5" dirty="0">
                <a:latin typeface="Calibri"/>
                <a:cs typeface="Calibri"/>
              </a:rPr>
              <a:t>paying</a:t>
            </a:r>
            <a:r>
              <a:rPr sz="1900" spc="10" dirty="0">
                <a:latin typeface="Calibri"/>
                <a:cs typeface="Calibri"/>
              </a:rPr>
              <a:t> </a:t>
            </a:r>
            <a:r>
              <a:rPr sz="1900" spc="-10" dirty="0">
                <a:latin typeface="Calibri"/>
                <a:cs typeface="Calibri"/>
              </a:rPr>
              <a:t>for</a:t>
            </a:r>
            <a:r>
              <a:rPr sz="1900" spc="-30" dirty="0">
                <a:latin typeface="Calibri"/>
                <a:cs typeface="Calibri"/>
              </a:rPr>
              <a:t> </a:t>
            </a:r>
            <a:r>
              <a:rPr sz="1900" dirty="0">
                <a:latin typeface="Calibri"/>
                <a:cs typeface="Calibri"/>
              </a:rPr>
              <a:t>similar</a:t>
            </a:r>
            <a:r>
              <a:rPr sz="1900" spc="-15" dirty="0">
                <a:latin typeface="Calibri"/>
                <a:cs typeface="Calibri"/>
              </a:rPr>
              <a:t> </a:t>
            </a:r>
            <a:r>
              <a:rPr sz="1900" spc="-10" dirty="0">
                <a:latin typeface="Calibri"/>
                <a:cs typeface="Calibri"/>
              </a:rPr>
              <a:t>commercial</a:t>
            </a:r>
            <a:r>
              <a:rPr sz="1900" spc="-5" dirty="0">
                <a:latin typeface="Calibri"/>
                <a:cs typeface="Calibri"/>
              </a:rPr>
              <a:t> software</a:t>
            </a:r>
            <a:endParaRPr sz="1900" dirty="0">
              <a:latin typeface="Calibri"/>
              <a:cs typeface="Calibri"/>
            </a:endParaRPr>
          </a:p>
          <a:p>
            <a:pPr marL="1155700" lvl="2" indent="-229235">
              <a:lnSpc>
                <a:spcPct val="100000"/>
              </a:lnSpc>
              <a:spcBef>
                <a:spcPts val="335"/>
              </a:spcBef>
              <a:buFont typeface="Arial MT"/>
              <a:buChar char="•"/>
              <a:tabLst>
                <a:tab pos="1155700" algn="l"/>
                <a:tab pos="1156335" algn="l"/>
              </a:tabLst>
            </a:pPr>
            <a:r>
              <a:rPr sz="1900" spc="-5" dirty="0">
                <a:latin typeface="Calibri"/>
                <a:cs typeface="Calibri"/>
              </a:rPr>
              <a:t>which</a:t>
            </a:r>
            <a:r>
              <a:rPr sz="1900" spc="5" dirty="0">
                <a:latin typeface="Calibri"/>
                <a:cs typeface="Calibri"/>
              </a:rPr>
              <a:t> </a:t>
            </a:r>
            <a:r>
              <a:rPr sz="1900" dirty="0">
                <a:latin typeface="Calibri"/>
                <a:cs typeface="Calibri"/>
              </a:rPr>
              <a:t>alone</a:t>
            </a:r>
            <a:r>
              <a:rPr sz="1900" spc="-5" dirty="0">
                <a:latin typeface="Calibri"/>
                <a:cs typeface="Calibri"/>
              </a:rPr>
              <a:t> </a:t>
            </a:r>
            <a:r>
              <a:rPr sz="1900" spc="-10" dirty="0">
                <a:latin typeface="Calibri"/>
                <a:cs typeface="Calibri"/>
              </a:rPr>
              <a:t>may</a:t>
            </a:r>
            <a:r>
              <a:rPr sz="1900" spc="-5" dirty="0">
                <a:latin typeface="Calibri"/>
                <a:cs typeface="Calibri"/>
              </a:rPr>
              <a:t> </a:t>
            </a:r>
            <a:r>
              <a:rPr sz="1900" dirty="0">
                <a:latin typeface="Calibri"/>
                <a:cs typeface="Calibri"/>
              </a:rPr>
              <a:t>be</a:t>
            </a:r>
            <a:r>
              <a:rPr sz="1900" spc="-5" dirty="0">
                <a:latin typeface="Calibri"/>
                <a:cs typeface="Calibri"/>
              </a:rPr>
              <a:t> justification</a:t>
            </a:r>
            <a:r>
              <a:rPr sz="1900" spc="-10" dirty="0">
                <a:latin typeface="Calibri"/>
                <a:cs typeface="Calibri"/>
              </a:rPr>
              <a:t> for</a:t>
            </a:r>
            <a:r>
              <a:rPr sz="1900" spc="-20" dirty="0">
                <a:latin typeface="Calibri"/>
                <a:cs typeface="Calibri"/>
              </a:rPr>
              <a:t> </a:t>
            </a:r>
            <a:r>
              <a:rPr sz="1900" spc="-5" dirty="0">
                <a:latin typeface="Calibri"/>
                <a:cs typeface="Calibri"/>
              </a:rPr>
              <a:t>switching to cloud applications.</a:t>
            </a:r>
            <a:endParaRPr sz="1900" dirty="0">
              <a:latin typeface="Calibri"/>
              <a:cs typeface="Calibri"/>
            </a:endParaRPr>
          </a:p>
        </p:txBody>
      </p:sp>
      <p:sp>
        <p:nvSpPr>
          <p:cNvPr id="5" name="Footer Placeholder 4">
            <a:extLst>
              <a:ext uri="{FF2B5EF4-FFF2-40B4-BE49-F238E27FC236}">
                <a16:creationId xmlns:a16="http://schemas.microsoft.com/office/drawing/2014/main" id="{4010BADA-ADEF-14E3-6E25-671FA624678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40707"/>
            <a:ext cx="4419600"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18</a:t>
            </a:r>
          </a:p>
        </p:txBody>
      </p:sp>
      <p:sp>
        <p:nvSpPr>
          <p:cNvPr id="3" name="object 3"/>
          <p:cNvSpPr txBox="1"/>
          <p:nvPr/>
        </p:nvSpPr>
        <p:spPr>
          <a:xfrm>
            <a:off x="535938" y="702421"/>
            <a:ext cx="8143240" cy="4129336"/>
          </a:xfrm>
          <a:prstGeom prst="rect">
            <a:avLst/>
          </a:prstGeom>
        </p:spPr>
        <p:txBody>
          <a:bodyPr vert="horz" wrap="square" lIns="0" tIns="71120" rIns="0" bIns="0" rtlCol="0">
            <a:spAutoFit/>
          </a:bodyPr>
          <a:lstStyle/>
          <a:p>
            <a:pPr marL="355600" indent="-343535">
              <a:lnSpc>
                <a:spcPct val="100000"/>
              </a:lnSpc>
              <a:spcBef>
                <a:spcPts val="560"/>
              </a:spcBef>
              <a:buFont typeface="Arial MT"/>
              <a:buChar char="•"/>
              <a:tabLst>
                <a:tab pos="355600" algn="l"/>
                <a:tab pos="356235" algn="l"/>
              </a:tabLst>
            </a:pPr>
            <a:r>
              <a:rPr sz="1900" b="1" spc="-10" dirty="0">
                <a:latin typeface="Calibri"/>
                <a:cs typeface="Calibri"/>
              </a:rPr>
              <a:t>Instant</a:t>
            </a:r>
            <a:r>
              <a:rPr sz="1900" b="1" spc="-50" dirty="0">
                <a:latin typeface="Calibri"/>
                <a:cs typeface="Calibri"/>
              </a:rPr>
              <a:t> </a:t>
            </a:r>
            <a:r>
              <a:rPr sz="1900" b="1" spc="-10" dirty="0">
                <a:latin typeface="Calibri"/>
                <a:cs typeface="Calibri"/>
              </a:rPr>
              <a:t>software updates</a:t>
            </a:r>
            <a:endParaRPr sz="1900" dirty="0">
              <a:latin typeface="Calibri"/>
              <a:cs typeface="Calibri"/>
            </a:endParaRPr>
          </a:p>
          <a:p>
            <a:pPr marL="756285" lvl="1" indent="-287020">
              <a:lnSpc>
                <a:spcPct val="100000"/>
              </a:lnSpc>
              <a:spcBef>
                <a:spcPts val="405"/>
              </a:spcBef>
              <a:buFont typeface="Arial MT"/>
              <a:buChar char="–"/>
              <a:tabLst>
                <a:tab pos="756285" algn="l"/>
                <a:tab pos="756920" algn="l"/>
              </a:tabLst>
            </a:pPr>
            <a:r>
              <a:rPr sz="1900" spc="-5" dirty="0">
                <a:latin typeface="Calibri"/>
                <a:cs typeface="Calibri"/>
              </a:rPr>
              <a:t>Another</a:t>
            </a:r>
            <a:r>
              <a:rPr sz="1900" spc="10" dirty="0">
                <a:latin typeface="Calibri"/>
                <a:cs typeface="Calibri"/>
              </a:rPr>
              <a:t> </a:t>
            </a:r>
            <a:r>
              <a:rPr sz="1900" spc="-10" dirty="0">
                <a:latin typeface="Calibri"/>
                <a:cs typeface="Calibri"/>
              </a:rPr>
              <a:t>advantage to</a:t>
            </a:r>
            <a:r>
              <a:rPr sz="1900" dirty="0">
                <a:latin typeface="Calibri"/>
                <a:cs typeface="Calibri"/>
              </a:rPr>
              <a:t> </a:t>
            </a:r>
            <a:r>
              <a:rPr sz="1900" spc="-5" dirty="0">
                <a:latin typeface="Calibri"/>
                <a:cs typeface="Calibri"/>
              </a:rPr>
              <a:t>cloud</a:t>
            </a:r>
            <a:r>
              <a:rPr sz="1900" spc="15" dirty="0">
                <a:latin typeface="Calibri"/>
                <a:cs typeface="Calibri"/>
              </a:rPr>
              <a:t> </a:t>
            </a:r>
            <a:r>
              <a:rPr sz="1900" spc="-10" dirty="0">
                <a:latin typeface="Calibri"/>
                <a:cs typeface="Calibri"/>
              </a:rPr>
              <a:t>computing </a:t>
            </a:r>
            <a:r>
              <a:rPr sz="1900" spc="-5" dirty="0">
                <a:latin typeface="Calibri"/>
                <a:cs typeface="Calibri"/>
              </a:rPr>
              <a:t>is that</a:t>
            </a:r>
            <a:r>
              <a:rPr sz="1900" spc="-10" dirty="0">
                <a:latin typeface="Calibri"/>
                <a:cs typeface="Calibri"/>
              </a:rPr>
              <a:t> </a:t>
            </a:r>
            <a:r>
              <a:rPr sz="1900" spc="-15" dirty="0">
                <a:latin typeface="Calibri"/>
                <a:cs typeface="Calibri"/>
              </a:rPr>
              <a:t>you</a:t>
            </a:r>
            <a:r>
              <a:rPr sz="1900" spc="20" dirty="0">
                <a:latin typeface="Calibri"/>
                <a:cs typeface="Calibri"/>
              </a:rPr>
              <a:t> </a:t>
            </a:r>
            <a:r>
              <a:rPr sz="1900" spc="-15" dirty="0">
                <a:latin typeface="Calibri"/>
                <a:cs typeface="Calibri"/>
              </a:rPr>
              <a:t>are</a:t>
            </a:r>
            <a:r>
              <a:rPr sz="1900" spc="5" dirty="0">
                <a:latin typeface="Calibri"/>
                <a:cs typeface="Calibri"/>
              </a:rPr>
              <a:t> </a:t>
            </a:r>
            <a:r>
              <a:rPr sz="1900" spc="-5" dirty="0">
                <a:latin typeface="Calibri"/>
                <a:cs typeface="Calibri"/>
              </a:rPr>
              <a:t>no</a:t>
            </a:r>
            <a:r>
              <a:rPr sz="1900" spc="10" dirty="0">
                <a:latin typeface="Calibri"/>
                <a:cs typeface="Calibri"/>
              </a:rPr>
              <a:t> </a:t>
            </a:r>
            <a:r>
              <a:rPr sz="1900" spc="-5" dirty="0">
                <a:latin typeface="Calibri"/>
                <a:cs typeface="Calibri"/>
              </a:rPr>
              <a:t>longer</a:t>
            </a:r>
            <a:r>
              <a:rPr sz="1900" spc="5" dirty="0">
                <a:latin typeface="Calibri"/>
                <a:cs typeface="Calibri"/>
              </a:rPr>
              <a:t> </a:t>
            </a:r>
            <a:r>
              <a:rPr sz="1900" spc="-10" dirty="0">
                <a:latin typeface="Calibri"/>
                <a:cs typeface="Calibri"/>
              </a:rPr>
              <a:t>faced</a:t>
            </a:r>
            <a:r>
              <a:rPr sz="1900" spc="5" dirty="0">
                <a:latin typeface="Calibri"/>
                <a:cs typeface="Calibri"/>
              </a:rPr>
              <a:t> </a:t>
            </a:r>
            <a:r>
              <a:rPr sz="1900" spc="-5" dirty="0">
                <a:latin typeface="Calibri"/>
                <a:cs typeface="Calibri"/>
              </a:rPr>
              <a:t>with</a:t>
            </a:r>
            <a:r>
              <a:rPr sz="1900" spc="-10" dirty="0">
                <a:latin typeface="Calibri"/>
                <a:cs typeface="Calibri"/>
              </a:rPr>
              <a:t> </a:t>
            </a:r>
            <a:r>
              <a:rPr sz="1900" spc="-5" dirty="0">
                <a:latin typeface="Calibri"/>
                <a:cs typeface="Calibri"/>
              </a:rPr>
              <a:t>choosing</a:t>
            </a:r>
            <a:endParaRPr sz="1900" dirty="0">
              <a:latin typeface="Calibri"/>
              <a:cs typeface="Calibri"/>
            </a:endParaRPr>
          </a:p>
          <a:p>
            <a:pPr marL="756285">
              <a:lnSpc>
                <a:spcPct val="100000"/>
              </a:lnSpc>
            </a:pPr>
            <a:r>
              <a:rPr sz="1900" spc="-10" dirty="0">
                <a:latin typeface="Calibri"/>
                <a:cs typeface="Calibri"/>
              </a:rPr>
              <a:t>between</a:t>
            </a:r>
            <a:r>
              <a:rPr sz="1900" spc="20" dirty="0">
                <a:latin typeface="Calibri"/>
                <a:cs typeface="Calibri"/>
              </a:rPr>
              <a:t> </a:t>
            </a:r>
            <a:r>
              <a:rPr sz="1900" spc="-10" dirty="0">
                <a:latin typeface="Calibri"/>
                <a:cs typeface="Calibri"/>
              </a:rPr>
              <a:t>obsolete</a:t>
            </a:r>
            <a:r>
              <a:rPr sz="1900" spc="15" dirty="0">
                <a:latin typeface="Calibri"/>
                <a:cs typeface="Calibri"/>
              </a:rPr>
              <a:t> </a:t>
            </a:r>
            <a:r>
              <a:rPr sz="1900" spc="-10" dirty="0">
                <a:latin typeface="Calibri"/>
                <a:cs typeface="Calibri"/>
              </a:rPr>
              <a:t>software</a:t>
            </a:r>
            <a:r>
              <a:rPr sz="1900" spc="10" dirty="0">
                <a:latin typeface="Calibri"/>
                <a:cs typeface="Calibri"/>
              </a:rPr>
              <a:t> </a:t>
            </a:r>
            <a:r>
              <a:rPr sz="1900" spc="-5" dirty="0">
                <a:latin typeface="Calibri"/>
                <a:cs typeface="Calibri"/>
              </a:rPr>
              <a:t>and</a:t>
            </a:r>
            <a:r>
              <a:rPr sz="1900" spc="-20" dirty="0">
                <a:latin typeface="Calibri"/>
                <a:cs typeface="Calibri"/>
              </a:rPr>
              <a:t> </a:t>
            </a:r>
            <a:r>
              <a:rPr sz="1900" spc="-5" dirty="0">
                <a:latin typeface="Calibri"/>
                <a:cs typeface="Calibri"/>
              </a:rPr>
              <a:t>high</a:t>
            </a:r>
            <a:r>
              <a:rPr sz="1900" spc="-15" dirty="0">
                <a:latin typeface="Calibri"/>
                <a:cs typeface="Calibri"/>
              </a:rPr>
              <a:t> </a:t>
            </a:r>
            <a:r>
              <a:rPr sz="1900" spc="-10" dirty="0">
                <a:latin typeface="Calibri"/>
                <a:cs typeface="Calibri"/>
              </a:rPr>
              <a:t>upgrade costs.</a:t>
            </a:r>
            <a:endParaRPr sz="1900" dirty="0">
              <a:latin typeface="Calibri"/>
              <a:cs typeface="Calibri"/>
            </a:endParaRPr>
          </a:p>
          <a:p>
            <a:pPr marL="756285" marR="198755" lvl="1" indent="-287020">
              <a:lnSpc>
                <a:spcPct val="100000"/>
              </a:lnSpc>
              <a:spcBef>
                <a:spcPts val="385"/>
              </a:spcBef>
              <a:buFont typeface="Arial MT"/>
              <a:buChar char="–"/>
              <a:tabLst>
                <a:tab pos="756285" algn="l"/>
                <a:tab pos="756920" algn="l"/>
              </a:tabLst>
            </a:pPr>
            <a:r>
              <a:rPr sz="1900" spc="-5" dirty="0">
                <a:latin typeface="Calibri"/>
                <a:cs typeface="Calibri"/>
              </a:rPr>
              <a:t>When</a:t>
            </a:r>
            <a:r>
              <a:rPr sz="1900" spc="20" dirty="0">
                <a:latin typeface="Calibri"/>
                <a:cs typeface="Calibri"/>
              </a:rPr>
              <a:t> </a:t>
            </a:r>
            <a:r>
              <a:rPr sz="1900" spc="-5" dirty="0">
                <a:latin typeface="Calibri"/>
                <a:cs typeface="Calibri"/>
              </a:rPr>
              <a:t>the</a:t>
            </a:r>
            <a:r>
              <a:rPr sz="1900" spc="10" dirty="0">
                <a:latin typeface="Calibri"/>
                <a:cs typeface="Calibri"/>
              </a:rPr>
              <a:t> </a:t>
            </a:r>
            <a:r>
              <a:rPr sz="1900" spc="-10" dirty="0">
                <a:latin typeface="Calibri"/>
                <a:cs typeface="Calibri"/>
              </a:rPr>
              <a:t>application</a:t>
            </a:r>
            <a:r>
              <a:rPr sz="1900" spc="-30" dirty="0">
                <a:latin typeface="Calibri"/>
                <a:cs typeface="Calibri"/>
              </a:rPr>
              <a:t> </a:t>
            </a:r>
            <a:r>
              <a:rPr sz="1900" spc="-5" dirty="0">
                <a:latin typeface="Calibri"/>
                <a:cs typeface="Calibri"/>
              </a:rPr>
              <a:t>is</a:t>
            </a:r>
            <a:r>
              <a:rPr sz="1900" spc="10" dirty="0">
                <a:latin typeface="Calibri"/>
                <a:cs typeface="Calibri"/>
              </a:rPr>
              <a:t> </a:t>
            </a:r>
            <a:r>
              <a:rPr sz="1900" spc="-5" dirty="0">
                <a:latin typeface="Calibri"/>
                <a:cs typeface="Calibri"/>
              </a:rPr>
              <a:t>web-based,</a:t>
            </a:r>
            <a:r>
              <a:rPr sz="1900" spc="15" dirty="0">
                <a:latin typeface="Calibri"/>
                <a:cs typeface="Calibri"/>
              </a:rPr>
              <a:t> </a:t>
            </a:r>
            <a:r>
              <a:rPr sz="1900" spc="-10" dirty="0">
                <a:latin typeface="Calibri"/>
                <a:cs typeface="Calibri"/>
              </a:rPr>
              <a:t>updates</a:t>
            </a:r>
            <a:r>
              <a:rPr sz="1900" spc="-5" dirty="0">
                <a:latin typeface="Calibri"/>
                <a:cs typeface="Calibri"/>
              </a:rPr>
              <a:t> </a:t>
            </a:r>
            <a:r>
              <a:rPr sz="1900" spc="-10" dirty="0">
                <a:latin typeface="Calibri"/>
                <a:cs typeface="Calibri"/>
              </a:rPr>
              <a:t>happen</a:t>
            </a:r>
            <a:r>
              <a:rPr sz="1900" spc="5" dirty="0">
                <a:latin typeface="Calibri"/>
                <a:cs typeface="Calibri"/>
              </a:rPr>
              <a:t> </a:t>
            </a:r>
            <a:r>
              <a:rPr sz="1900" spc="-10" dirty="0">
                <a:latin typeface="Calibri"/>
                <a:cs typeface="Calibri"/>
              </a:rPr>
              <a:t>automatically</a:t>
            </a:r>
            <a:r>
              <a:rPr sz="1900" dirty="0">
                <a:latin typeface="Calibri"/>
                <a:cs typeface="Calibri"/>
              </a:rPr>
              <a:t> </a:t>
            </a:r>
            <a:r>
              <a:rPr sz="1900" spc="-5" dirty="0">
                <a:latin typeface="Calibri"/>
                <a:cs typeface="Calibri"/>
              </a:rPr>
              <a:t>available</a:t>
            </a:r>
            <a:r>
              <a:rPr sz="1900" spc="15" dirty="0">
                <a:latin typeface="Calibri"/>
                <a:cs typeface="Calibri"/>
              </a:rPr>
              <a:t> </a:t>
            </a:r>
            <a:r>
              <a:rPr sz="1900" spc="-5" dirty="0">
                <a:latin typeface="Calibri"/>
                <a:cs typeface="Calibri"/>
              </a:rPr>
              <a:t>the</a:t>
            </a:r>
            <a:r>
              <a:rPr sz="1900" spc="10" dirty="0">
                <a:latin typeface="Calibri"/>
                <a:cs typeface="Calibri"/>
              </a:rPr>
              <a:t> </a:t>
            </a:r>
            <a:r>
              <a:rPr sz="1900" spc="-10" dirty="0">
                <a:latin typeface="Calibri"/>
                <a:cs typeface="Calibri"/>
              </a:rPr>
              <a:t>next</a:t>
            </a:r>
            <a:r>
              <a:rPr sz="1900" spc="30" dirty="0">
                <a:latin typeface="Calibri"/>
                <a:cs typeface="Calibri"/>
              </a:rPr>
              <a:t> </a:t>
            </a:r>
            <a:r>
              <a:rPr sz="1900" spc="-5" dirty="0">
                <a:latin typeface="Calibri"/>
                <a:cs typeface="Calibri"/>
              </a:rPr>
              <a:t>time </a:t>
            </a:r>
            <a:r>
              <a:rPr sz="1900" spc="-300" dirty="0">
                <a:latin typeface="Calibri"/>
                <a:cs typeface="Calibri"/>
              </a:rPr>
              <a:t> </a:t>
            </a:r>
            <a:r>
              <a:rPr sz="1900" spc="-5" dirty="0">
                <a:latin typeface="Calibri"/>
                <a:cs typeface="Calibri"/>
              </a:rPr>
              <a:t>you</a:t>
            </a:r>
            <a:r>
              <a:rPr sz="1900" spc="-10" dirty="0">
                <a:latin typeface="Calibri"/>
                <a:cs typeface="Calibri"/>
              </a:rPr>
              <a:t> </a:t>
            </a:r>
            <a:r>
              <a:rPr sz="1900" dirty="0">
                <a:latin typeface="Calibri"/>
                <a:cs typeface="Calibri"/>
              </a:rPr>
              <a:t>log</a:t>
            </a:r>
            <a:r>
              <a:rPr sz="1900" spc="-20" dirty="0">
                <a:latin typeface="Calibri"/>
                <a:cs typeface="Calibri"/>
              </a:rPr>
              <a:t> </a:t>
            </a:r>
            <a:r>
              <a:rPr sz="1900" spc="-10" dirty="0">
                <a:latin typeface="Calibri"/>
                <a:cs typeface="Calibri"/>
              </a:rPr>
              <a:t>into</a:t>
            </a:r>
            <a:r>
              <a:rPr sz="1900" spc="5" dirty="0">
                <a:latin typeface="Calibri"/>
                <a:cs typeface="Calibri"/>
              </a:rPr>
              <a:t> </a:t>
            </a:r>
            <a:r>
              <a:rPr sz="1900" spc="-5" dirty="0">
                <a:latin typeface="Calibri"/>
                <a:cs typeface="Calibri"/>
              </a:rPr>
              <a:t>the</a:t>
            </a:r>
            <a:r>
              <a:rPr sz="1900" dirty="0">
                <a:latin typeface="Calibri"/>
                <a:cs typeface="Calibri"/>
              </a:rPr>
              <a:t> </a:t>
            </a:r>
            <a:r>
              <a:rPr sz="1900" spc="-5" dirty="0">
                <a:latin typeface="Calibri"/>
                <a:cs typeface="Calibri"/>
              </a:rPr>
              <a:t>cloud.</a:t>
            </a:r>
            <a:endParaRPr sz="1900" dirty="0">
              <a:latin typeface="Calibri"/>
              <a:cs typeface="Calibri"/>
            </a:endParaRPr>
          </a:p>
          <a:p>
            <a:pPr marL="756285" marR="5080" lvl="1" indent="-287020">
              <a:lnSpc>
                <a:spcPct val="100000"/>
              </a:lnSpc>
              <a:spcBef>
                <a:spcPts val="385"/>
              </a:spcBef>
              <a:buFont typeface="Arial MT"/>
              <a:buChar char="–"/>
              <a:tabLst>
                <a:tab pos="756285" algn="l"/>
                <a:tab pos="756920" algn="l"/>
              </a:tabLst>
            </a:pPr>
            <a:r>
              <a:rPr sz="1900" spc="-5" dirty="0">
                <a:latin typeface="Calibri"/>
                <a:cs typeface="Calibri"/>
              </a:rPr>
              <a:t>When</a:t>
            </a:r>
            <a:r>
              <a:rPr sz="1900" spc="15" dirty="0">
                <a:latin typeface="Calibri"/>
                <a:cs typeface="Calibri"/>
              </a:rPr>
              <a:t> </a:t>
            </a:r>
            <a:r>
              <a:rPr sz="1900" spc="-15" dirty="0">
                <a:latin typeface="Calibri"/>
                <a:cs typeface="Calibri"/>
              </a:rPr>
              <a:t>you</a:t>
            </a:r>
            <a:r>
              <a:rPr sz="1900" spc="25" dirty="0">
                <a:latin typeface="Calibri"/>
                <a:cs typeface="Calibri"/>
              </a:rPr>
              <a:t> </a:t>
            </a:r>
            <a:r>
              <a:rPr sz="1900" spc="-5" dirty="0">
                <a:latin typeface="Calibri"/>
                <a:cs typeface="Calibri"/>
              </a:rPr>
              <a:t>access</a:t>
            </a:r>
            <a:r>
              <a:rPr sz="1900" spc="15" dirty="0">
                <a:latin typeface="Calibri"/>
                <a:cs typeface="Calibri"/>
              </a:rPr>
              <a:t> </a:t>
            </a:r>
            <a:r>
              <a:rPr sz="1900" spc="-5" dirty="0">
                <a:latin typeface="Calibri"/>
                <a:cs typeface="Calibri"/>
              </a:rPr>
              <a:t>a</a:t>
            </a:r>
            <a:r>
              <a:rPr sz="1900" spc="5" dirty="0">
                <a:latin typeface="Calibri"/>
                <a:cs typeface="Calibri"/>
              </a:rPr>
              <a:t> </a:t>
            </a:r>
            <a:r>
              <a:rPr sz="1900" spc="-5" dirty="0">
                <a:latin typeface="Calibri"/>
                <a:cs typeface="Calibri"/>
              </a:rPr>
              <a:t>web-based</a:t>
            </a:r>
            <a:r>
              <a:rPr sz="1900" spc="15" dirty="0">
                <a:latin typeface="Calibri"/>
                <a:cs typeface="Calibri"/>
              </a:rPr>
              <a:t> </a:t>
            </a:r>
            <a:r>
              <a:rPr sz="1900" spc="-10" dirty="0">
                <a:latin typeface="Calibri"/>
                <a:cs typeface="Calibri"/>
              </a:rPr>
              <a:t>application,</a:t>
            </a:r>
            <a:r>
              <a:rPr sz="1900" spc="-25" dirty="0">
                <a:latin typeface="Calibri"/>
                <a:cs typeface="Calibri"/>
              </a:rPr>
              <a:t> </a:t>
            </a:r>
            <a:r>
              <a:rPr sz="1900" spc="-15" dirty="0">
                <a:latin typeface="Calibri"/>
                <a:cs typeface="Calibri"/>
              </a:rPr>
              <a:t>you</a:t>
            </a:r>
            <a:r>
              <a:rPr sz="1900" spc="15" dirty="0">
                <a:latin typeface="Calibri"/>
                <a:cs typeface="Calibri"/>
              </a:rPr>
              <a:t> </a:t>
            </a:r>
            <a:r>
              <a:rPr sz="1900" spc="-15" dirty="0">
                <a:latin typeface="Calibri"/>
                <a:cs typeface="Calibri"/>
              </a:rPr>
              <a:t>get</a:t>
            </a:r>
            <a:r>
              <a:rPr sz="1900" spc="20" dirty="0">
                <a:latin typeface="Calibri"/>
                <a:cs typeface="Calibri"/>
              </a:rPr>
              <a:t> </a:t>
            </a:r>
            <a:r>
              <a:rPr sz="1900" spc="-5" dirty="0">
                <a:latin typeface="Calibri"/>
                <a:cs typeface="Calibri"/>
              </a:rPr>
              <a:t>the</a:t>
            </a:r>
            <a:r>
              <a:rPr sz="1900" dirty="0">
                <a:latin typeface="Calibri"/>
                <a:cs typeface="Calibri"/>
              </a:rPr>
              <a:t> </a:t>
            </a:r>
            <a:r>
              <a:rPr sz="1900" spc="-10" dirty="0">
                <a:latin typeface="Calibri"/>
                <a:cs typeface="Calibri"/>
              </a:rPr>
              <a:t>latest</a:t>
            </a:r>
            <a:r>
              <a:rPr sz="1900" spc="-15" dirty="0">
                <a:latin typeface="Calibri"/>
                <a:cs typeface="Calibri"/>
              </a:rPr>
              <a:t> version</a:t>
            </a:r>
            <a:r>
              <a:rPr sz="1900" spc="60" dirty="0">
                <a:latin typeface="Calibri"/>
                <a:cs typeface="Calibri"/>
              </a:rPr>
              <a:t> </a:t>
            </a:r>
            <a:r>
              <a:rPr sz="1900" spc="-5" dirty="0">
                <a:latin typeface="Calibri"/>
                <a:cs typeface="Calibri"/>
              </a:rPr>
              <a:t>without</a:t>
            </a:r>
            <a:r>
              <a:rPr sz="1900" spc="5" dirty="0">
                <a:latin typeface="Calibri"/>
                <a:cs typeface="Calibri"/>
              </a:rPr>
              <a:t> </a:t>
            </a:r>
            <a:r>
              <a:rPr sz="1900" spc="-5" dirty="0">
                <a:latin typeface="Calibri"/>
                <a:cs typeface="Calibri"/>
              </a:rPr>
              <a:t>needing</a:t>
            </a:r>
            <a:r>
              <a:rPr sz="1900" spc="15" dirty="0">
                <a:latin typeface="Calibri"/>
                <a:cs typeface="Calibri"/>
              </a:rPr>
              <a:t> </a:t>
            </a:r>
            <a:r>
              <a:rPr sz="1900" spc="-10" dirty="0">
                <a:latin typeface="Calibri"/>
                <a:cs typeface="Calibri"/>
              </a:rPr>
              <a:t>to</a:t>
            </a:r>
            <a:r>
              <a:rPr sz="1900" spc="5" dirty="0">
                <a:latin typeface="Calibri"/>
                <a:cs typeface="Calibri"/>
              </a:rPr>
              <a:t> </a:t>
            </a:r>
            <a:r>
              <a:rPr sz="1900" spc="-10" dirty="0">
                <a:latin typeface="Calibri"/>
                <a:cs typeface="Calibri"/>
              </a:rPr>
              <a:t>pay </a:t>
            </a:r>
            <a:r>
              <a:rPr sz="1900" spc="-300" dirty="0">
                <a:latin typeface="Calibri"/>
                <a:cs typeface="Calibri"/>
              </a:rPr>
              <a:t> </a:t>
            </a:r>
            <a:r>
              <a:rPr sz="1900" spc="-10" dirty="0">
                <a:latin typeface="Calibri"/>
                <a:cs typeface="Calibri"/>
              </a:rPr>
              <a:t>for</a:t>
            </a:r>
            <a:r>
              <a:rPr sz="1900" spc="-30" dirty="0">
                <a:latin typeface="Calibri"/>
                <a:cs typeface="Calibri"/>
              </a:rPr>
              <a:t> </a:t>
            </a:r>
            <a:r>
              <a:rPr sz="1900" spc="-5" dirty="0">
                <a:latin typeface="Calibri"/>
                <a:cs typeface="Calibri"/>
              </a:rPr>
              <a:t>or</a:t>
            </a:r>
            <a:r>
              <a:rPr sz="1900" spc="-15" dirty="0">
                <a:latin typeface="Calibri"/>
                <a:cs typeface="Calibri"/>
              </a:rPr>
              <a:t> </a:t>
            </a:r>
            <a:r>
              <a:rPr sz="1900" spc="-5" dirty="0">
                <a:latin typeface="Calibri"/>
                <a:cs typeface="Calibri"/>
              </a:rPr>
              <a:t>download</a:t>
            </a:r>
            <a:r>
              <a:rPr sz="1900" spc="-10" dirty="0">
                <a:latin typeface="Calibri"/>
                <a:cs typeface="Calibri"/>
              </a:rPr>
              <a:t> </a:t>
            </a:r>
            <a:r>
              <a:rPr sz="1900" dirty="0">
                <a:latin typeface="Calibri"/>
                <a:cs typeface="Calibri"/>
              </a:rPr>
              <a:t>an</a:t>
            </a:r>
            <a:r>
              <a:rPr sz="1900" spc="-15" dirty="0">
                <a:latin typeface="Calibri"/>
                <a:cs typeface="Calibri"/>
              </a:rPr>
              <a:t> </a:t>
            </a:r>
            <a:r>
              <a:rPr sz="1900" spc="-10" dirty="0">
                <a:latin typeface="Calibri"/>
                <a:cs typeface="Calibri"/>
              </a:rPr>
              <a:t>upgrade</a:t>
            </a:r>
            <a:endParaRPr sz="1900" dirty="0">
              <a:latin typeface="Calibri"/>
              <a:cs typeface="Calibri"/>
            </a:endParaRPr>
          </a:p>
          <a:p>
            <a:pPr marL="355600" indent="-343535">
              <a:lnSpc>
                <a:spcPct val="100000"/>
              </a:lnSpc>
              <a:buFont typeface="Arial MT"/>
              <a:buChar char="•"/>
              <a:tabLst>
                <a:tab pos="355600" algn="l"/>
                <a:tab pos="356235" algn="l"/>
              </a:tabLst>
            </a:pPr>
            <a:r>
              <a:rPr sz="1900" b="1" spc="-10" dirty="0">
                <a:latin typeface="Calibri"/>
                <a:cs typeface="Calibri"/>
              </a:rPr>
              <a:t>Improved</a:t>
            </a:r>
            <a:r>
              <a:rPr sz="1900" b="1" dirty="0">
                <a:latin typeface="Calibri"/>
                <a:cs typeface="Calibri"/>
              </a:rPr>
              <a:t> </a:t>
            </a:r>
            <a:r>
              <a:rPr sz="1900" b="1" spc="-10" dirty="0">
                <a:latin typeface="Calibri"/>
                <a:cs typeface="Calibri"/>
              </a:rPr>
              <a:t>document</a:t>
            </a:r>
            <a:r>
              <a:rPr sz="1900" b="1" spc="-30" dirty="0">
                <a:latin typeface="Calibri"/>
                <a:cs typeface="Calibri"/>
              </a:rPr>
              <a:t> </a:t>
            </a:r>
            <a:r>
              <a:rPr sz="1900" b="1" spc="-10" dirty="0">
                <a:latin typeface="Calibri"/>
                <a:cs typeface="Calibri"/>
              </a:rPr>
              <a:t>format</a:t>
            </a:r>
            <a:r>
              <a:rPr sz="1900" b="1" spc="5" dirty="0">
                <a:latin typeface="Calibri"/>
                <a:cs typeface="Calibri"/>
              </a:rPr>
              <a:t> </a:t>
            </a:r>
            <a:r>
              <a:rPr sz="1900" b="1" spc="-15" dirty="0">
                <a:latin typeface="Calibri"/>
                <a:cs typeface="Calibri"/>
              </a:rPr>
              <a:t>compatibility.</a:t>
            </a:r>
            <a:endParaRPr sz="1900" dirty="0">
              <a:latin typeface="Calibri"/>
              <a:cs typeface="Calibri"/>
            </a:endParaRPr>
          </a:p>
          <a:p>
            <a:pPr marL="756285" marR="632460" lvl="1" indent="-287020">
              <a:lnSpc>
                <a:spcPct val="100000"/>
              </a:lnSpc>
              <a:spcBef>
                <a:spcPts val="405"/>
              </a:spcBef>
              <a:buFont typeface="Arial MT"/>
              <a:buChar char="–"/>
              <a:tabLst>
                <a:tab pos="756285" algn="l"/>
                <a:tab pos="756920" algn="l"/>
              </a:tabLst>
            </a:pPr>
            <a:r>
              <a:rPr sz="1900" spc="-45" dirty="0">
                <a:latin typeface="Calibri"/>
                <a:cs typeface="Calibri"/>
              </a:rPr>
              <a:t>You</a:t>
            </a:r>
            <a:r>
              <a:rPr sz="1900" spc="-5" dirty="0">
                <a:latin typeface="Calibri"/>
                <a:cs typeface="Calibri"/>
              </a:rPr>
              <a:t> do</a:t>
            </a:r>
            <a:r>
              <a:rPr sz="1900" spc="15" dirty="0">
                <a:latin typeface="Calibri"/>
                <a:cs typeface="Calibri"/>
              </a:rPr>
              <a:t> </a:t>
            </a:r>
            <a:r>
              <a:rPr sz="1900" spc="-10" dirty="0">
                <a:latin typeface="Calibri"/>
                <a:cs typeface="Calibri"/>
              </a:rPr>
              <a:t>not</a:t>
            </a:r>
            <a:r>
              <a:rPr sz="1900" spc="10" dirty="0">
                <a:latin typeface="Calibri"/>
                <a:cs typeface="Calibri"/>
              </a:rPr>
              <a:t> </a:t>
            </a:r>
            <a:r>
              <a:rPr sz="1900" spc="-15" dirty="0">
                <a:latin typeface="Calibri"/>
                <a:cs typeface="Calibri"/>
              </a:rPr>
              <a:t>have</a:t>
            </a:r>
            <a:r>
              <a:rPr sz="1900" spc="5" dirty="0">
                <a:latin typeface="Calibri"/>
                <a:cs typeface="Calibri"/>
              </a:rPr>
              <a:t> </a:t>
            </a:r>
            <a:r>
              <a:rPr sz="1900" spc="-10" dirty="0">
                <a:latin typeface="Calibri"/>
                <a:cs typeface="Calibri"/>
              </a:rPr>
              <a:t>to</a:t>
            </a:r>
            <a:r>
              <a:rPr sz="1900" spc="5" dirty="0">
                <a:latin typeface="Calibri"/>
                <a:cs typeface="Calibri"/>
              </a:rPr>
              <a:t> </a:t>
            </a:r>
            <a:r>
              <a:rPr sz="1900" spc="-10" dirty="0">
                <a:latin typeface="Calibri"/>
                <a:cs typeface="Calibri"/>
              </a:rPr>
              <a:t>worry</a:t>
            </a:r>
            <a:r>
              <a:rPr sz="1900" spc="35" dirty="0">
                <a:latin typeface="Calibri"/>
                <a:cs typeface="Calibri"/>
              </a:rPr>
              <a:t> </a:t>
            </a:r>
            <a:r>
              <a:rPr sz="1900" spc="-5" dirty="0">
                <a:latin typeface="Calibri"/>
                <a:cs typeface="Calibri"/>
              </a:rPr>
              <a:t>about</a:t>
            </a:r>
            <a:r>
              <a:rPr sz="1900" spc="5" dirty="0">
                <a:latin typeface="Calibri"/>
                <a:cs typeface="Calibri"/>
              </a:rPr>
              <a:t> </a:t>
            </a:r>
            <a:r>
              <a:rPr sz="1900" spc="-5" dirty="0">
                <a:latin typeface="Calibri"/>
                <a:cs typeface="Calibri"/>
              </a:rPr>
              <a:t>the</a:t>
            </a:r>
            <a:r>
              <a:rPr sz="1900" dirty="0">
                <a:latin typeface="Calibri"/>
                <a:cs typeface="Calibri"/>
              </a:rPr>
              <a:t> </a:t>
            </a:r>
            <a:r>
              <a:rPr sz="1900" spc="-10" dirty="0">
                <a:latin typeface="Calibri"/>
                <a:cs typeface="Calibri"/>
              </a:rPr>
              <a:t>documents</a:t>
            </a:r>
            <a:r>
              <a:rPr sz="1900" spc="25" dirty="0">
                <a:latin typeface="Calibri"/>
                <a:cs typeface="Calibri"/>
              </a:rPr>
              <a:t> </a:t>
            </a:r>
            <a:r>
              <a:rPr sz="1900" spc="-15" dirty="0">
                <a:latin typeface="Calibri"/>
                <a:cs typeface="Calibri"/>
              </a:rPr>
              <a:t>you</a:t>
            </a:r>
            <a:r>
              <a:rPr sz="1900" spc="15" dirty="0">
                <a:latin typeface="Calibri"/>
                <a:cs typeface="Calibri"/>
              </a:rPr>
              <a:t> </a:t>
            </a:r>
            <a:r>
              <a:rPr sz="1900" spc="-15" dirty="0">
                <a:latin typeface="Calibri"/>
                <a:cs typeface="Calibri"/>
              </a:rPr>
              <a:t>create</a:t>
            </a:r>
            <a:r>
              <a:rPr sz="1900" spc="20" dirty="0">
                <a:latin typeface="Calibri"/>
                <a:cs typeface="Calibri"/>
              </a:rPr>
              <a:t> </a:t>
            </a:r>
            <a:r>
              <a:rPr sz="1900" spc="-5" dirty="0">
                <a:latin typeface="Calibri"/>
                <a:cs typeface="Calibri"/>
              </a:rPr>
              <a:t>on</a:t>
            </a:r>
            <a:r>
              <a:rPr sz="1900" spc="15" dirty="0">
                <a:latin typeface="Calibri"/>
                <a:cs typeface="Calibri"/>
              </a:rPr>
              <a:t> </a:t>
            </a:r>
            <a:r>
              <a:rPr sz="1900" spc="-15" dirty="0">
                <a:latin typeface="Calibri"/>
                <a:cs typeface="Calibri"/>
              </a:rPr>
              <a:t>your</a:t>
            </a:r>
            <a:r>
              <a:rPr sz="1900" spc="15" dirty="0">
                <a:latin typeface="Calibri"/>
                <a:cs typeface="Calibri"/>
              </a:rPr>
              <a:t> </a:t>
            </a:r>
            <a:r>
              <a:rPr sz="1900" spc="-5" dirty="0">
                <a:latin typeface="Calibri"/>
                <a:cs typeface="Calibri"/>
              </a:rPr>
              <a:t>machine</a:t>
            </a:r>
            <a:r>
              <a:rPr sz="1900" spc="5" dirty="0">
                <a:latin typeface="Calibri"/>
                <a:cs typeface="Calibri"/>
              </a:rPr>
              <a:t> </a:t>
            </a:r>
            <a:r>
              <a:rPr sz="1900" spc="-10" dirty="0">
                <a:latin typeface="Calibri"/>
                <a:cs typeface="Calibri"/>
              </a:rPr>
              <a:t>being </a:t>
            </a:r>
            <a:r>
              <a:rPr sz="1900" spc="-345" dirty="0">
                <a:latin typeface="Calibri"/>
                <a:cs typeface="Calibri"/>
              </a:rPr>
              <a:t> </a:t>
            </a:r>
            <a:r>
              <a:rPr sz="1900" spc="-10" dirty="0">
                <a:latin typeface="Calibri"/>
                <a:cs typeface="Calibri"/>
              </a:rPr>
              <a:t>compatible</a:t>
            </a:r>
            <a:r>
              <a:rPr sz="1900" spc="-20" dirty="0">
                <a:latin typeface="Calibri"/>
                <a:cs typeface="Calibri"/>
              </a:rPr>
              <a:t> </a:t>
            </a:r>
            <a:r>
              <a:rPr sz="1900" spc="-5" dirty="0">
                <a:latin typeface="Calibri"/>
                <a:cs typeface="Calibri"/>
              </a:rPr>
              <a:t>with other</a:t>
            </a:r>
            <a:r>
              <a:rPr sz="1900" spc="15" dirty="0">
                <a:latin typeface="Calibri"/>
                <a:cs typeface="Calibri"/>
              </a:rPr>
              <a:t> </a:t>
            </a:r>
            <a:r>
              <a:rPr sz="1900" spc="-15" dirty="0">
                <a:latin typeface="Calibri"/>
                <a:cs typeface="Calibri"/>
              </a:rPr>
              <a:t>users'</a:t>
            </a:r>
            <a:r>
              <a:rPr sz="1900" spc="15" dirty="0">
                <a:latin typeface="Calibri"/>
                <a:cs typeface="Calibri"/>
              </a:rPr>
              <a:t> </a:t>
            </a:r>
            <a:r>
              <a:rPr sz="1900" spc="-10" dirty="0">
                <a:latin typeface="Calibri"/>
                <a:cs typeface="Calibri"/>
              </a:rPr>
              <a:t>applications</a:t>
            </a:r>
            <a:r>
              <a:rPr sz="1900" spc="-30" dirty="0">
                <a:latin typeface="Calibri"/>
                <a:cs typeface="Calibri"/>
              </a:rPr>
              <a:t> </a:t>
            </a:r>
            <a:r>
              <a:rPr sz="1900" spc="-5" dirty="0">
                <a:latin typeface="Calibri"/>
                <a:cs typeface="Calibri"/>
              </a:rPr>
              <a:t>or</a:t>
            </a:r>
            <a:r>
              <a:rPr sz="1900" spc="15" dirty="0">
                <a:latin typeface="Calibri"/>
                <a:cs typeface="Calibri"/>
              </a:rPr>
              <a:t> </a:t>
            </a:r>
            <a:r>
              <a:rPr sz="1900" spc="-10" dirty="0">
                <a:latin typeface="Calibri"/>
                <a:cs typeface="Calibri"/>
              </a:rPr>
              <a:t>OS.</a:t>
            </a:r>
            <a:endParaRPr sz="1900" dirty="0">
              <a:latin typeface="Calibri"/>
              <a:cs typeface="Calibri"/>
            </a:endParaRPr>
          </a:p>
          <a:p>
            <a:pPr marL="756285" marR="758190" lvl="1" indent="-287020">
              <a:lnSpc>
                <a:spcPct val="100000"/>
              </a:lnSpc>
              <a:spcBef>
                <a:spcPts val="385"/>
              </a:spcBef>
              <a:buFont typeface="Arial MT"/>
              <a:buChar char="–"/>
              <a:tabLst>
                <a:tab pos="756285" algn="l"/>
                <a:tab pos="756920" algn="l"/>
              </a:tabLst>
            </a:pPr>
            <a:r>
              <a:rPr sz="1900" spc="-10" dirty="0">
                <a:latin typeface="Calibri"/>
                <a:cs typeface="Calibri"/>
              </a:rPr>
              <a:t>There</a:t>
            </a:r>
            <a:r>
              <a:rPr sz="1900" spc="20" dirty="0">
                <a:latin typeface="Calibri"/>
                <a:cs typeface="Calibri"/>
              </a:rPr>
              <a:t> </a:t>
            </a:r>
            <a:r>
              <a:rPr sz="1900" spc="-15" dirty="0">
                <a:latin typeface="Calibri"/>
                <a:cs typeface="Calibri"/>
              </a:rPr>
              <a:t>are</a:t>
            </a:r>
            <a:r>
              <a:rPr sz="1900" spc="25" dirty="0">
                <a:latin typeface="Calibri"/>
                <a:cs typeface="Calibri"/>
              </a:rPr>
              <a:t> </a:t>
            </a:r>
            <a:r>
              <a:rPr sz="1900" spc="-5" dirty="0">
                <a:latin typeface="Calibri"/>
                <a:cs typeface="Calibri"/>
              </a:rPr>
              <a:t>less</a:t>
            </a:r>
            <a:r>
              <a:rPr sz="1900" spc="5" dirty="0">
                <a:latin typeface="Calibri"/>
                <a:cs typeface="Calibri"/>
              </a:rPr>
              <a:t> </a:t>
            </a:r>
            <a:r>
              <a:rPr sz="1900" spc="-15" dirty="0">
                <a:latin typeface="Calibri"/>
                <a:cs typeface="Calibri"/>
              </a:rPr>
              <a:t>format</a:t>
            </a:r>
            <a:r>
              <a:rPr sz="1900" spc="15" dirty="0">
                <a:latin typeface="Calibri"/>
                <a:cs typeface="Calibri"/>
              </a:rPr>
              <a:t> </a:t>
            </a:r>
            <a:r>
              <a:rPr sz="1900" spc="-10" dirty="0">
                <a:latin typeface="Calibri"/>
                <a:cs typeface="Calibri"/>
              </a:rPr>
              <a:t>incompatibilities</a:t>
            </a:r>
            <a:r>
              <a:rPr sz="1900" spc="-25" dirty="0">
                <a:latin typeface="Calibri"/>
                <a:cs typeface="Calibri"/>
              </a:rPr>
              <a:t> </a:t>
            </a:r>
            <a:r>
              <a:rPr sz="1900" spc="-5" dirty="0">
                <a:latin typeface="Calibri"/>
                <a:cs typeface="Calibri"/>
              </a:rPr>
              <a:t>when</a:t>
            </a:r>
            <a:r>
              <a:rPr sz="1900" spc="15" dirty="0">
                <a:latin typeface="Calibri"/>
                <a:cs typeface="Calibri"/>
              </a:rPr>
              <a:t> </a:t>
            </a:r>
            <a:r>
              <a:rPr sz="1900" spc="-10" dirty="0">
                <a:latin typeface="Calibri"/>
                <a:cs typeface="Calibri"/>
              </a:rPr>
              <a:t>everyone</a:t>
            </a:r>
            <a:r>
              <a:rPr sz="1900" spc="60" dirty="0">
                <a:latin typeface="Calibri"/>
                <a:cs typeface="Calibri"/>
              </a:rPr>
              <a:t> </a:t>
            </a:r>
            <a:r>
              <a:rPr sz="1900" spc="-5" dirty="0">
                <a:latin typeface="Calibri"/>
                <a:cs typeface="Calibri"/>
              </a:rPr>
              <a:t>is</a:t>
            </a:r>
            <a:r>
              <a:rPr sz="1900" spc="-10" dirty="0">
                <a:latin typeface="Calibri"/>
                <a:cs typeface="Calibri"/>
              </a:rPr>
              <a:t> </a:t>
            </a:r>
            <a:r>
              <a:rPr sz="1900" spc="-5" dirty="0">
                <a:latin typeface="Calibri"/>
                <a:cs typeface="Calibri"/>
              </a:rPr>
              <a:t>sharing</a:t>
            </a:r>
            <a:r>
              <a:rPr sz="1900" spc="-10" dirty="0">
                <a:latin typeface="Calibri"/>
                <a:cs typeface="Calibri"/>
              </a:rPr>
              <a:t> documents</a:t>
            </a:r>
            <a:r>
              <a:rPr sz="1900" spc="10" dirty="0">
                <a:latin typeface="Calibri"/>
                <a:cs typeface="Calibri"/>
              </a:rPr>
              <a:t> </a:t>
            </a:r>
            <a:r>
              <a:rPr sz="1900" spc="-5" dirty="0">
                <a:latin typeface="Calibri"/>
                <a:cs typeface="Calibri"/>
              </a:rPr>
              <a:t>and </a:t>
            </a:r>
            <a:r>
              <a:rPr sz="1900" spc="-345" dirty="0">
                <a:latin typeface="Calibri"/>
                <a:cs typeface="Calibri"/>
              </a:rPr>
              <a:t> </a:t>
            </a:r>
            <a:r>
              <a:rPr sz="1900" spc="-10" dirty="0">
                <a:latin typeface="Calibri"/>
                <a:cs typeface="Calibri"/>
              </a:rPr>
              <a:t>applications</a:t>
            </a:r>
            <a:r>
              <a:rPr sz="1900" spc="-30" dirty="0">
                <a:latin typeface="Calibri"/>
                <a:cs typeface="Calibri"/>
              </a:rPr>
              <a:t> </a:t>
            </a:r>
            <a:r>
              <a:rPr sz="1900" spc="-5" dirty="0">
                <a:latin typeface="Calibri"/>
                <a:cs typeface="Calibri"/>
              </a:rPr>
              <a:t>in</a:t>
            </a:r>
            <a:r>
              <a:rPr sz="1900" spc="-15" dirty="0">
                <a:latin typeface="Calibri"/>
                <a:cs typeface="Calibri"/>
              </a:rPr>
              <a:t> </a:t>
            </a:r>
            <a:r>
              <a:rPr sz="1900" spc="-5" dirty="0">
                <a:latin typeface="Calibri"/>
                <a:cs typeface="Calibri"/>
              </a:rPr>
              <a:t>the</a:t>
            </a:r>
            <a:r>
              <a:rPr sz="1900" dirty="0">
                <a:latin typeface="Calibri"/>
                <a:cs typeface="Calibri"/>
              </a:rPr>
              <a:t> </a:t>
            </a:r>
            <a:r>
              <a:rPr sz="1900" spc="-5" dirty="0">
                <a:latin typeface="Calibri"/>
                <a:cs typeface="Calibri"/>
              </a:rPr>
              <a:t>cloud.</a:t>
            </a:r>
            <a:endParaRPr sz="1900" dirty="0">
              <a:latin typeface="Calibri"/>
              <a:cs typeface="Calibri"/>
            </a:endParaRPr>
          </a:p>
        </p:txBody>
      </p:sp>
      <p:sp>
        <p:nvSpPr>
          <p:cNvPr id="5" name="Footer Placeholder 4">
            <a:extLst>
              <a:ext uri="{FF2B5EF4-FFF2-40B4-BE49-F238E27FC236}">
                <a16:creationId xmlns:a16="http://schemas.microsoft.com/office/drawing/2014/main" id="{2E2CBA9E-4048-B4ED-9305-A17A5CD9231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193107"/>
            <a:ext cx="4876800"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19</a:t>
            </a:r>
          </a:p>
        </p:txBody>
      </p:sp>
      <p:sp>
        <p:nvSpPr>
          <p:cNvPr id="3" name="object 3"/>
          <p:cNvSpPr txBox="1"/>
          <p:nvPr/>
        </p:nvSpPr>
        <p:spPr>
          <a:xfrm>
            <a:off x="383540" y="931082"/>
            <a:ext cx="8212455" cy="3967753"/>
          </a:xfrm>
          <a:prstGeom prst="rect">
            <a:avLst/>
          </a:prstGeom>
        </p:spPr>
        <p:txBody>
          <a:bodyPr vert="horz" wrap="square" lIns="0" tIns="71120" rIns="0" bIns="0" rtlCol="0">
            <a:spAutoFit/>
          </a:bodyPr>
          <a:lstStyle/>
          <a:p>
            <a:pPr marL="355600" indent="-342900">
              <a:lnSpc>
                <a:spcPct val="100000"/>
              </a:lnSpc>
              <a:spcBef>
                <a:spcPts val="560"/>
              </a:spcBef>
              <a:buFont typeface="Arial MT"/>
              <a:buChar char="•"/>
              <a:tabLst>
                <a:tab pos="354965" algn="l"/>
                <a:tab pos="355600" algn="l"/>
              </a:tabLst>
            </a:pPr>
            <a:r>
              <a:rPr b="1" spc="-5" dirty="0">
                <a:latin typeface="Calibri"/>
                <a:cs typeface="Calibri"/>
              </a:rPr>
              <a:t>Unlimited</a:t>
            </a:r>
            <a:r>
              <a:rPr b="1" spc="-55" dirty="0">
                <a:latin typeface="Calibri"/>
                <a:cs typeface="Calibri"/>
              </a:rPr>
              <a:t> </a:t>
            </a:r>
            <a:r>
              <a:rPr b="1" spc="-15" dirty="0">
                <a:latin typeface="Calibri"/>
                <a:cs typeface="Calibri"/>
              </a:rPr>
              <a:t>storage</a:t>
            </a:r>
            <a:r>
              <a:rPr b="1" spc="-30" dirty="0">
                <a:latin typeface="Calibri"/>
                <a:cs typeface="Calibri"/>
              </a:rPr>
              <a:t> </a:t>
            </a:r>
            <a:r>
              <a:rPr b="1" spc="-5" dirty="0">
                <a:latin typeface="Calibri"/>
                <a:cs typeface="Calibri"/>
              </a:rPr>
              <a:t>capacity</a:t>
            </a:r>
            <a:endParaRPr dirty="0">
              <a:latin typeface="Calibri"/>
              <a:cs typeface="Calibri"/>
            </a:endParaRPr>
          </a:p>
          <a:p>
            <a:pPr marL="756285" lvl="1" indent="-287020">
              <a:lnSpc>
                <a:spcPct val="100000"/>
              </a:lnSpc>
              <a:spcBef>
                <a:spcPts val="405"/>
              </a:spcBef>
              <a:buFont typeface="Arial MT"/>
              <a:buChar char="–"/>
              <a:tabLst>
                <a:tab pos="756285" algn="l"/>
                <a:tab pos="756920" algn="l"/>
              </a:tabLst>
            </a:pPr>
            <a:r>
              <a:rPr spc="-5" dirty="0">
                <a:latin typeface="Calibri"/>
                <a:cs typeface="Calibri"/>
              </a:rPr>
              <a:t>Cloud</a:t>
            </a:r>
            <a:r>
              <a:rPr dirty="0">
                <a:latin typeface="Calibri"/>
                <a:cs typeface="Calibri"/>
              </a:rPr>
              <a:t> </a:t>
            </a:r>
            <a:r>
              <a:rPr spc="-10" dirty="0">
                <a:latin typeface="Calibri"/>
                <a:cs typeface="Calibri"/>
              </a:rPr>
              <a:t>computing</a:t>
            </a:r>
            <a:r>
              <a:rPr spc="-5" dirty="0">
                <a:latin typeface="Calibri"/>
                <a:cs typeface="Calibri"/>
              </a:rPr>
              <a:t> </a:t>
            </a:r>
            <a:r>
              <a:rPr spc="-20" dirty="0">
                <a:latin typeface="Calibri"/>
                <a:cs typeface="Calibri"/>
              </a:rPr>
              <a:t>offers</a:t>
            </a:r>
            <a:r>
              <a:rPr spc="15" dirty="0">
                <a:latin typeface="Calibri"/>
                <a:cs typeface="Calibri"/>
              </a:rPr>
              <a:t> </a:t>
            </a:r>
            <a:r>
              <a:rPr spc="-5" dirty="0">
                <a:latin typeface="Calibri"/>
                <a:cs typeface="Calibri"/>
              </a:rPr>
              <a:t>virtually</a:t>
            </a:r>
            <a:r>
              <a:rPr spc="-10" dirty="0">
                <a:latin typeface="Calibri"/>
                <a:cs typeface="Calibri"/>
              </a:rPr>
              <a:t> </a:t>
            </a:r>
            <a:r>
              <a:rPr spc="-5" dirty="0">
                <a:latin typeface="Calibri"/>
                <a:cs typeface="Calibri"/>
              </a:rPr>
              <a:t>limitless</a:t>
            </a:r>
            <a:r>
              <a:rPr spc="-15" dirty="0">
                <a:latin typeface="Calibri"/>
                <a:cs typeface="Calibri"/>
              </a:rPr>
              <a:t> storage.</a:t>
            </a:r>
            <a:endParaRPr dirty="0">
              <a:latin typeface="Calibri"/>
              <a:cs typeface="Calibri"/>
            </a:endParaRPr>
          </a:p>
          <a:p>
            <a:pPr marL="756285" marR="5080" lvl="1" indent="-287020">
              <a:lnSpc>
                <a:spcPct val="100000"/>
              </a:lnSpc>
              <a:spcBef>
                <a:spcPts val="385"/>
              </a:spcBef>
              <a:buFont typeface="Arial MT"/>
              <a:buChar char="–"/>
              <a:tabLst>
                <a:tab pos="756285" algn="l"/>
                <a:tab pos="756920" algn="l"/>
              </a:tabLst>
            </a:pPr>
            <a:r>
              <a:rPr spc="-35" dirty="0">
                <a:latin typeface="Calibri"/>
                <a:cs typeface="Calibri"/>
              </a:rPr>
              <a:t>Your</a:t>
            </a:r>
            <a:r>
              <a:rPr spc="5" dirty="0">
                <a:latin typeface="Calibri"/>
                <a:cs typeface="Calibri"/>
              </a:rPr>
              <a:t> </a:t>
            </a:r>
            <a:r>
              <a:rPr spc="-10" dirty="0">
                <a:latin typeface="Calibri"/>
                <a:cs typeface="Calibri"/>
              </a:rPr>
              <a:t>computer's</a:t>
            </a:r>
            <a:r>
              <a:rPr spc="20" dirty="0">
                <a:latin typeface="Calibri"/>
                <a:cs typeface="Calibri"/>
              </a:rPr>
              <a:t> </a:t>
            </a:r>
            <a:r>
              <a:rPr spc="-10" dirty="0">
                <a:latin typeface="Calibri"/>
                <a:cs typeface="Calibri"/>
              </a:rPr>
              <a:t>current</a:t>
            </a:r>
            <a:r>
              <a:rPr spc="40" dirty="0">
                <a:latin typeface="Calibri"/>
                <a:cs typeface="Calibri"/>
              </a:rPr>
              <a:t> </a:t>
            </a:r>
            <a:r>
              <a:rPr spc="-5" dirty="0">
                <a:latin typeface="Calibri"/>
                <a:cs typeface="Calibri"/>
              </a:rPr>
              <a:t>1</a:t>
            </a:r>
            <a:r>
              <a:rPr spc="10" dirty="0">
                <a:latin typeface="Calibri"/>
                <a:cs typeface="Calibri"/>
              </a:rPr>
              <a:t> </a:t>
            </a:r>
            <a:r>
              <a:rPr spc="-50" dirty="0">
                <a:latin typeface="Calibri"/>
                <a:cs typeface="Calibri"/>
              </a:rPr>
              <a:t>Tera</a:t>
            </a:r>
            <a:r>
              <a:rPr spc="20" dirty="0">
                <a:latin typeface="Calibri"/>
                <a:cs typeface="Calibri"/>
              </a:rPr>
              <a:t> </a:t>
            </a:r>
            <a:r>
              <a:rPr spc="-10" dirty="0">
                <a:latin typeface="Calibri"/>
                <a:cs typeface="Calibri"/>
              </a:rPr>
              <a:t>Bytes</a:t>
            </a:r>
            <a:r>
              <a:rPr spc="10" dirty="0">
                <a:latin typeface="Calibri"/>
                <a:cs typeface="Calibri"/>
              </a:rPr>
              <a:t> </a:t>
            </a:r>
            <a:r>
              <a:rPr spc="-15" dirty="0">
                <a:latin typeface="Calibri"/>
                <a:cs typeface="Calibri"/>
              </a:rPr>
              <a:t>hard</a:t>
            </a:r>
            <a:r>
              <a:rPr spc="-5" dirty="0">
                <a:latin typeface="Calibri"/>
                <a:cs typeface="Calibri"/>
              </a:rPr>
              <a:t> </a:t>
            </a:r>
            <a:r>
              <a:rPr spc="-10" dirty="0">
                <a:latin typeface="Calibri"/>
                <a:cs typeface="Calibri"/>
              </a:rPr>
              <a:t>drive</a:t>
            </a:r>
            <a:r>
              <a:rPr spc="10" dirty="0">
                <a:latin typeface="Calibri"/>
                <a:cs typeface="Calibri"/>
              </a:rPr>
              <a:t> </a:t>
            </a:r>
            <a:r>
              <a:rPr spc="-5" dirty="0">
                <a:latin typeface="Calibri"/>
                <a:cs typeface="Calibri"/>
              </a:rPr>
              <a:t>is</a:t>
            </a:r>
            <a:r>
              <a:rPr spc="5" dirty="0">
                <a:latin typeface="Calibri"/>
                <a:cs typeface="Calibri"/>
              </a:rPr>
              <a:t> </a:t>
            </a:r>
            <a:r>
              <a:rPr spc="-5" dirty="0">
                <a:latin typeface="Calibri"/>
                <a:cs typeface="Calibri"/>
              </a:rPr>
              <a:t>small</a:t>
            </a:r>
            <a:r>
              <a:rPr spc="-15" dirty="0">
                <a:latin typeface="Calibri"/>
                <a:cs typeface="Calibri"/>
              </a:rPr>
              <a:t> compared</a:t>
            </a:r>
            <a:r>
              <a:rPr spc="40" dirty="0">
                <a:latin typeface="Calibri"/>
                <a:cs typeface="Calibri"/>
              </a:rPr>
              <a:t> </a:t>
            </a:r>
            <a:r>
              <a:rPr spc="-10" dirty="0">
                <a:latin typeface="Calibri"/>
                <a:cs typeface="Calibri"/>
              </a:rPr>
              <a:t>to</a:t>
            </a:r>
            <a:r>
              <a:rPr dirty="0">
                <a:latin typeface="Calibri"/>
                <a:cs typeface="Calibri"/>
              </a:rPr>
              <a:t> </a:t>
            </a:r>
            <a:r>
              <a:rPr spc="-5" dirty="0">
                <a:latin typeface="Calibri"/>
                <a:cs typeface="Calibri"/>
              </a:rPr>
              <a:t>the</a:t>
            </a:r>
            <a:r>
              <a:rPr spc="5" dirty="0">
                <a:latin typeface="Calibri"/>
                <a:cs typeface="Calibri"/>
              </a:rPr>
              <a:t> </a:t>
            </a:r>
            <a:r>
              <a:rPr spc="-10" dirty="0">
                <a:latin typeface="Calibri"/>
                <a:cs typeface="Calibri"/>
              </a:rPr>
              <a:t>hundreds</a:t>
            </a:r>
            <a:r>
              <a:rPr spc="15" dirty="0">
                <a:latin typeface="Calibri"/>
                <a:cs typeface="Calibri"/>
              </a:rPr>
              <a:t> </a:t>
            </a:r>
            <a:r>
              <a:rPr spc="-5" dirty="0">
                <a:latin typeface="Calibri"/>
                <a:cs typeface="Calibri"/>
              </a:rPr>
              <a:t>of</a:t>
            </a:r>
            <a:r>
              <a:rPr spc="25" dirty="0">
                <a:latin typeface="Calibri"/>
                <a:cs typeface="Calibri"/>
              </a:rPr>
              <a:t> </a:t>
            </a:r>
            <a:r>
              <a:rPr spc="-20" dirty="0">
                <a:latin typeface="Calibri"/>
                <a:cs typeface="Calibri"/>
              </a:rPr>
              <a:t>Peta </a:t>
            </a:r>
            <a:r>
              <a:rPr spc="-345" dirty="0">
                <a:latin typeface="Calibri"/>
                <a:cs typeface="Calibri"/>
              </a:rPr>
              <a:t> </a:t>
            </a:r>
            <a:r>
              <a:rPr spc="-10" dirty="0">
                <a:latin typeface="Calibri"/>
                <a:cs typeface="Calibri"/>
              </a:rPr>
              <a:t>Bytes</a:t>
            </a:r>
            <a:r>
              <a:rPr dirty="0">
                <a:latin typeface="Calibri"/>
                <a:cs typeface="Calibri"/>
              </a:rPr>
              <a:t> </a:t>
            </a:r>
            <a:r>
              <a:rPr spc="-10" dirty="0">
                <a:latin typeface="Calibri"/>
                <a:cs typeface="Calibri"/>
              </a:rPr>
              <a:t>available</a:t>
            </a:r>
            <a:r>
              <a:rPr spc="-25" dirty="0">
                <a:latin typeface="Calibri"/>
                <a:cs typeface="Calibri"/>
              </a:rPr>
              <a:t> </a:t>
            </a:r>
            <a:r>
              <a:rPr spc="-5" dirty="0">
                <a:latin typeface="Calibri"/>
                <a:cs typeface="Calibri"/>
              </a:rPr>
              <a:t>in</a:t>
            </a:r>
            <a:r>
              <a:rPr spc="-20" dirty="0">
                <a:latin typeface="Calibri"/>
                <a:cs typeface="Calibri"/>
              </a:rPr>
              <a:t> </a:t>
            </a:r>
            <a:r>
              <a:rPr spc="-5" dirty="0">
                <a:latin typeface="Calibri"/>
                <a:cs typeface="Calibri"/>
              </a:rPr>
              <a:t>the</a:t>
            </a:r>
            <a:r>
              <a:rPr spc="5" dirty="0">
                <a:latin typeface="Calibri"/>
                <a:cs typeface="Calibri"/>
              </a:rPr>
              <a:t> </a:t>
            </a:r>
            <a:r>
              <a:rPr spc="-5" dirty="0">
                <a:latin typeface="Calibri"/>
                <a:cs typeface="Calibri"/>
              </a:rPr>
              <a:t>cloud.</a:t>
            </a:r>
            <a:endParaRPr dirty="0">
              <a:latin typeface="Calibri"/>
              <a:cs typeface="Calibri"/>
            </a:endParaRPr>
          </a:p>
          <a:p>
            <a:pPr marL="355600" indent="-342900">
              <a:lnSpc>
                <a:spcPct val="100000"/>
              </a:lnSpc>
              <a:spcBef>
                <a:spcPts val="414"/>
              </a:spcBef>
              <a:buFont typeface="Arial MT"/>
              <a:buChar char="•"/>
              <a:tabLst>
                <a:tab pos="354965" algn="l"/>
                <a:tab pos="355600" algn="l"/>
              </a:tabLst>
            </a:pPr>
            <a:r>
              <a:rPr b="1" spc="-5" dirty="0">
                <a:latin typeface="Calibri"/>
                <a:cs typeface="Calibri"/>
              </a:rPr>
              <a:t>Increased</a:t>
            </a:r>
            <a:r>
              <a:rPr b="1" spc="-35" dirty="0">
                <a:latin typeface="Calibri"/>
                <a:cs typeface="Calibri"/>
              </a:rPr>
              <a:t> </a:t>
            </a:r>
            <a:r>
              <a:rPr b="1" spc="-10" dirty="0">
                <a:latin typeface="Calibri"/>
                <a:cs typeface="Calibri"/>
              </a:rPr>
              <a:t>data</a:t>
            </a:r>
            <a:r>
              <a:rPr b="1" spc="-55" dirty="0">
                <a:latin typeface="Calibri"/>
                <a:cs typeface="Calibri"/>
              </a:rPr>
              <a:t> </a:t>
            </a:r>
            <a:r>
              <a:rPr b="1" spc="-5" dirty="0">
                <a:latin typeface="Calibri"/>
                <a:cs typeface="Calibri"/>
              </a:rPr>
              <a:t>reliability</a:t>
            </a:r>
            <a:endParaRPr dirty="0">
              <a:latin typeface="Calibri"/>
              <a:cs typeface="Calibri"/>
            </a:endParaRPr>
          </a:p>
          <a:p>
            <a:pPr marL="756285" marR="343535" lvl="1" indent="-287020">
              <a:lnSpc>
                <a:spcPct val="100000"/>
              </a:lnSpc>
              <a:spcBef>
                <a:spcPts val="400"/>
              </a:spcBef>
              <a:buFont typeface="Arial MT"/>
              <a:buChar char="–"/>
              <a:tabLst>
                <a:tab pos="756285" algn="l"/>
                <a:tab pos="756920" algn="l"/>
              </a:tabLst>
            </a:pPr>
            <a:r>
              <a:rPr spc="-15" dirty="0">
                <a:latin typeface="Calibri"/>
                <a:cs typeface="Calibri"/>
              </a:rPr>
              <a:t>Unlike</a:t>
            </a:r>
            <a:r>
              <a:rPr dirty="0">
                <a:latin typeface="Calibri"/>
                <a:cs typeface="Calibri"/>
              </a:rPr>
              <a:t> </a:t>
            </a:r>
            <a:r>
              <a:rPr spc="-10" dirty="0">
                <a:latin typeface="Calibri"/>
                <a:cs typeface="Calibri"/>
              </a:rPr>
              <a:t>desktop</a:t>
            </a:r>
            <a:r>
              <a:rPr spc="15" dirty="0">
                <a:latin typeface="Calibri"/>
                <a:cs typeface="Calibri"/>
              </a:rPr>
              <a:t> </a:t>
            </a:r>
            <a:r>
              <a:rPr spc="-5" dirty="0">
                <a:latin typeface="Calibri"/>
                <a:cs typeface="Calibri"/>
              </a:rPr>
              <a:t>computing,</a:t>
            </a:r>
            <a:r>
              <a:rPr dirty="0">
                <a:latin typeface="Calibri"/>
                <a:cs typeface="Calibri"/>
              </a:rPr>
              <a:t> </a:t>
            </a:r>
            <a:r>
              <a:rPr spc="-5" dirty="0">
                <a:latin typeface="Calibri"/>
                <a:cs typeface="Calibri"/>
              </a:rPr>
              <a:t>in</a:t>
            </a:r>
            <a:r>
              <a:rPr dirty="0">
                <a:latin typeface="Calibri"/>
                <a:cs typeface="Calibri"/>
              </a:rPr>
              <a:t> </a:t>
            </a:r>
            <a:r>
              <a:rPr spc="-5" dirty="0">
                <a:latin typeface="Calibri"/>
                <a:cs typeface="Calibri"/>
              </a:rPr>
              <a:t>which</a:t>
            </a:r>
            <a:r>
              <a:rPr dirty="0">
                <a:latin typeface="Calibri"/>
                <a:cs typeface="Calibri"/>
              </a:rPr>
              <a:t> </a:t>
            </a:r>
            <a:r>
              <a:rPr spc="-5" dirty="0">
                <a:latin typeface="Calibri"/>
                <a:cs typeface="Calibri"/>
              </a:rPr>
              <a:t>if a</a:t>
            </a:r>
            <a:r>
              <a:rPr spc="-10" dirty="0">
                <a:latin typeface="Calibri"/>
                <a:cs typeface="Calibri"/>
              </a:rPr>
              <a:t> </a:t>
            </a:r>
            <a:r>
              <a:rPr spc="-15" dirty="0">
                <a:latin typeface="Calibri"/>
                <a:cs typeface="Calibri"/>
              </a:rPr>
              <a:t>hard</a:t>
            </a:r>
            <a:r>
              <a:rPr spc="15" dirty="0">
                <a:latin typeface="Calibri"/>
                <a:cs typeface="Calibri"/>
              </a:rPr>
              <a:t> </a:t>
            </a:r>
            <a:r>
              <a:rPr spc="-5" dirty="0">
                <a:latin typeface="Calibri"/>
                <a:cs typeface="Calibri"/>
              </a:rPr>
              <a:t>disk</a:t>
            </a:r>
            <a:r>
              <a:rPr spc="-10" dirty="0">
                <a:latin typeface="Calibri"/>
                <a:cs typeface="Calibri"/>
              </a:rPr>
              <a:t> crashes</a:t>
            </a:r>
            <a:r>
              <a:rPr spc="10" dirty="0">
                <a:latin typeface="Calibri"/>
                <a:cs typeface="Calibri"/>
              </a:rPr>
              <a:t> </a:t>
            </a:r>
            <a:r>
              <a:rPr spc="-5" dirty="0">
                <a:latin typeface="Calibri"/>
                <a:cs typeface="Calibri"/>
              </a:rPr>
              <a:t>and </a:t>
            </a:r>
            <a:r>
              <a:rPr spc="-15" dirty="0">
                <a:latin typeface="Calibri"/>
                <a:cs typeface="Calibri"/>
              </a:rPr>
              <a:t>destroy</a:t>
            </a:r>
            <a:r>
              <a:rPr spc="25" dirty="0">
                <a:latin typeface="Calibri"/>
                <a:cs typeface="Calibri"/>
              </a:rPr>
              <a:t> </a:t>
            </a:r>
            <a:r>
              <a:rPr dirty="0">
                <a:latin typeface="Calibri"/>
                <a:cs typeface="Calibri"/>
              </a:rPr>
              <a:t>all</a:t>
            </a:r>
            <a:r>
              <a:rPr spc="-20" dirty="0">
                <a:latin typeface="Calibri"/>
                <a:cs typeface="Calibri"/>
              </a:rPr>
              <a:t> </a:t>
            </a:r>
            <a:r>
              <a:rPr spc="-15" dirty="0">
                <a:latin typeface="Calibri"/>
                <a:cs typeface="Calibri"/>
              </a:rPr>
              <a:t>your</a:t>
            </a:r>
            <a:r>
              <a:rPr spc="30" dirty="0">
                <a:latin typeface="Calibri"/>
                <a:cs typeface="Calibri"/>
              </a:rPr>
              <a:t> </a:t>
            </a:r>
            <a:r>
              <a:rPr spc="-5" dirty="0">
                <a:latin typeface="Calibri"/>
                <a:cs typeface="Calibri"/>
              </a:rPr>
              <a:t>valuable </a:t>
            </a:r>
            <a:r>
              <a:rPr spc="-350" dirty="0">
                <a:latin typeface="Calibri"/>
                <a:cs typeface="Calibri"/>
              </a:rPr>
              <a:t> </a:t>
            </a:r>
            <a:r>
              <a:rPr spc="-10" dirty="0">
                <a:latin typeface="Calibri"/>
                <a:cs typeface="Calibri"/>
              </a:rPr>
              <a:t>data,</a:t>
            </a:r>
            <a:r>
              <a:rPr spc="-15" dirty="0">
                <a:latin typeface="Calibri"/>
                <a:cs typeface="Calibri"/>
              </a:rPr>
              <a:t> </a:t>
            </a:r>
            <a:r>
              <a:rPr spc="-5" dirty="0">
                <a:latin typeface="Calibri"/>
                <a:cs typeface="Calibri"/>
              </a:rPr>
              <a:t>a</a:t>
            </a:r>
            <a:r>
              <a:rPr dirty="0">
                <a:latin typeface="Calibri"/>
                <a:cs typeface="Calibri"/>
              </a:rPr>
              <a:t> </a:t>
            </a:r>
            <a:r>
              <a:rPr spc="-10" dirty="0">
                <a:latin typeface="Calibri"/>
                <a:cs typeface="Calibri"/>
              </a:rPr>
              <a:t>computer</a:t>
            </a:r>
            <a:r>
              <a:rPr spc="15" dirty="0">
                <a:latin typeface="Calibri"/>
                <a:cs typeface="Calibri"/>
              </a:rPr>
              <a:t> </a:t>
            </a:r>
            <a:r>
              <a:rPr spc="-10" dirty="0">
                <a:latin typeface="Calibri"/>
                <a:cs typeface="Calibri"/>
              </a:rPr>
              <a:t>crashing</a:t>
            </a:r>
            <a:r>
              <a:rPr dirty="0">
                <a:latin typeface="Calibri"/>
                <a:cs typeface="Calibri"/>
              </a:rPr>
              <a:t> </a:t>
            </a:r>
            <a:r>
              <a:rPr spc="-5" dirty="0">
                <a:latin typeface="Calibri"/>
                <a:cs typeface="Calibri"/>
              </a:rPr>
              <a:t>in</a:t>
            </a:r>
            <a:r>
              <a:rPr spc="-10" dirty="0">
                <a:latin typeface="Calibri"/>
                <a:cs typeface="Calibri"/>
              </a:rPr>
              <a:t> </a:t>
            </a:r>
            <a:r>
              <a:rPr spc="-5" dirty="0">
                <a:latin typeface="Calibri"/>
                <a:cs typeface="Calibri"/>
              </a:rPr>
              <a:t>the cloud should </a:t>
            </a:r>
            <a:r>
              <a:rPr spc="-10" dirty="0">
                <a:latin typeface="Calibri"/>
                <a:cs typeface="Calibri"/>
              </a:rPr>
              <a:t>not</a:t>
            </a:r>
            <a:r>
              <a:rPr spc="15" dirty="0">
                <a:latin typeface="Calibri"/>
                <a:cs typeface="Calibri"/>
              </a:rPr>
              <a:t> </a:t>
            </a:r>
            <a:r>
              <a:rPr spc="-15" dirty="0">
                <a:latin typeface="Calibri"/>
                <a:cs typeface="Calibri"/>
              </a:rPr>
              <a:t>affect</a:t>
            </a:r>
            <a:r>
              <a:rPr spc="-10" dirty="0">
                <a:latin typeface="Calibri"/>
                <a:cs typeface="Calibri"/>
              </a:rPr>
              <a:t> </a:t>
            </a:r>
            <a:r>
              <a:rPr spc="-5" dirty="0">
                <a:latin typeface="Calibri"/>
                <a:cs typeface="Calibri"/>
              </a:rPr>
              <a:t>the </a:t>
            </a:r>
            <a:r>
              <a:rPr spc="-15" dirty="0">
                <a:latin typeface="Calibri"/>
                <a:cs typeface="Calibri"/>
              </a:rPr>
              <a:t>storage</a:t>
            </a:r>
            <a:r>
              <a:rPr dirty="0">
                <a:latin typeface="Calibri"/>
                <a:cs typeface="Calibri"/>
              </a:rPr>
              <a:t> </a:t>
            </a:r>
            <a:r>
              <a:rPr spc="-5" dirty="0">
                <a:latin typeface="Calibri"/>
                <a:cs typeface="Calibri"/>
              </a:rPr>
              <a:t>of</a:t>
            </a:r>
            <a:r>
              <a:rPr spc="10" dirty="0">
                <a:latin typeface="Calibri"/>
                <a:cs typeface="Calibri"/>
              </a:rPr>
              <a:t> </a:t>
            </a:r>
            <a:r>
              <a:rPr spc="-15" dirty="0">
                <a:latin typeface="Calibri"/>
                <a:cs typeface="Calibri"/>
              </a:rPr>
              <a:t>your</a:t>
            </a:r>
            <a:r>
              <a:rPr spc="15" dirty="0">
                <a:latin typeface="Calibri"/>
                <a:cs typeface="Calibri"/>
              </a:rPr>
              <a:t> </a:t>
            </a:r>
            <a:r>
              <a:rPr spc="-10" dirty="0">
                <a:latin typeface="Calibri"/>
                <a:cs typeface="Calibri"/>
              </a:rPr>
              <a:t>data.</a:t>
            </a:r>
            <a:endParaRPr dirty="0">
              <a:latin typeface="Calibri"/>
              <a:cs typeface="Calibri"/>
            </a:endParaRPr>
          </a:p>
          <a:p>
            <a:pPr marL="1155700" lvl="2" indent="-229235">
              <a:lnSpc>
                <a:spcPct val="100000"/>
              </a:lnSpc>
              <a:spcBef>
                <a:spcPts val="345"/>
              </a:spcBef>
              <a:buFont typeface="Arial MT"/>
              <a:buChar char="•"/>
              <a:tabLst>
                <a:tab pos="1155700" algn="l"/>
                <a:tab pos="1156335" algn="l"/>
              </a:tabLst>
            </a:pPr>
            <a:r>
              <a:rPr dirty="0">
                <a:latin typeface="Calibri"/>
                <a:cs typeface="Calibri"/>
              </a:rPr>
              <a:t>if</a:t>
            </a:r>
            <a:r>
              <a:rPr spc="-5" dirty="0">
                <a:latin typeface="Calibri"/>
                <a:cs typeface="Calibri"/>
              </a:rPr>
              <a:t> your</a:t>
            </a:r>
            <a:r>
              <a:rPr spc="-15" dirty="0">
                <a:latin typeface="Calibri"/>
                <a:cs typeface="Calibri"/>
              </a:rPr>
              <a:t> </a:t>
            </a:r>
            <a:r>
              <a:rPr spc="-5" dirty="0">
                <a:latin typeface="Calibri"/>
                <a:cs typeface="Calibri"/>
              </a:rPr>
              <a:t>personal</a:t>
            </a:r>
            <a:r>
              <a:rPr dirty="0">
                <a:latin typeface="Calibri"/>
                <a:cs typeface="Calibri"/>
              </a:rPr>
              <a:t> </a:t>
            </a:r>
            <a:r>
              <a:rPr spc="-10" dirty="0">
                <a:latin typeface="Calibri"/>
                <a:cs typeface="Calibri"/>
              </a:rPr>
              <a:t>computer</a:t>
            </a:r>
            <a:r>
              <a:rPr spc="10" dirty="0">
                <a:latin typeface="Calibri"/>
                <a:cs typeface="Calibri"/>
              </a:rPr>
              <a:t> </a:t>
            </a:r>
            <a:r>
              <a:rPr spc="-5" dirty="0">
                <a:latin typeface="Calibri"/>
                <a:cs typeface="Calibri"/>
              </a:rPr>
              <a:t>crashes,</a:t>
            </a:r>
            <a:r>
              <a:rPr dirty="0">
                <a:latin typeface="Calibri"/>
                <a:cs typeface="Calibri"/>
              </a:rPr>
              <a:t> all</a:t>
            </a:r>
            <a:r>
              <a:rPr spc="5" dirty="0">
                <a:latin typeface="Calibri"/>
                <a:cs typeface="Calibri"/>
              </a:rPr>
              <a:t> </a:t>
            </a:r>
            <a:r>
              <a:rPr spc="-5" dirty="0">
                <a:latin typeface="Calibri"/>
                <a:cs typeface="Calibri"/>
              </a:rPr>
              <a:t>your</a:t>
            </a:r>
            <a:r>
              <a:rPr dirty="0">
                <a:latin typeface="Calibri"/>
                <a:cs typeface="Calibri"/>
              </a:rPr>
              <a:t> </a:t>
            </a:r>
            <a:r>
              <a:rPr spc="-10" dirty="0">
                <a:latin typeface="Calibri"/>
                <a:cs typeface="Calibri"/>
              </a:rPr>
              <a:t>data</a:t>
            </a:r>
            <a:r>
              <a:rPr spc="10" dirty="0">
                <a:latin typeface="Calibri"/>
                <a:cs typeface="Calibri"/>
              </a:rPr>
              <a:t> </a:t>
            </a:r>
            <a:r>
              <a:rPr dirty="0">
                <a:latin typeface="Calibri"/>
                <a:cs typeface="Calibri"/>
              </a:rPr>
              <a:t>is </a:t>
            </a:r>
            <a:r>
              <a:rPr spc="-5" dirty="0">
                <a:latin typeface="Calibri"/>
                <a:cs typeface="Calibri"/>
              </a:rPr>
              <a:t>still</a:t>
            </a:r>
            <a:r>
              <a:rPr dirty="0">
                <a:latin typeface="Calibri"/>
                <a:cs typeface="Calibri"/>
              </a:rPr>
              <a:t> </a:t>
            </a:r>
            <a:r>
              <a:rPr spc="-5" dirty="0">
                <a:latin typeface="Calibri"/>
                <a:cs typeface="Calibri"/>
              </a:rPr>
              <a:t>out</a:t>
            </a:r>
            <a:r>
              <a:rPr spc="5" dirty="0">
                <a:latin typeface="Calibri"/>
                <a:cs typeface="Calibri"/>
              </a:rPr>
              <a:t> </a:t>
            </a:r>
            <a:r>
              <a:rPr spc="-10" dirty="0">
                <a:latin typeface="Calibri"/>
                <a:cs typeface="Calibri"/>
              </a:rPr>
              <a:t>there</a:t>
            </a:r>
            <a:r>
              <a:rPr spc="20" dirty="0">
                <a:latin typeface="Calibri"/>
                <a:cs typeface="Calibri"/>
              </a:rPr>
              <a:t> </a:t>
            </a:r>
            <a:r>
              <a:rPr dirty="0">
                <a:latin typeface="Calibri"/>
                <a:cs typeface="Calibri"/>
              </a:rPr>
              <a:t>in</a:t>
            </a:r>
            <a:r>
              <a:rPr spc="-5" dirty="0">
                <a:latin typeface="Calibri"/>
                <a:cs typeface="Calibri"/>
              </a:rPr>
              <a:t> the</a:t>
            </a:r>
            <a:r>
              <a:rPr spc="20" dirty="0">
                <a:latin typeface="Calibri"/>
                <a:cs typeface="Calibri"/>
              </a:rPr>
              <a:t> </a:t>
            </a:r>
            <a:r>
              <a:rPr spc="-5" dirty="0">
                <a:latin typeface="Calibri"/>
                <a:cs typeface="Calibri"/>
              </a:rPr>
              <a:t>cloud,</a:t>
            </a:r>
            <a:r>
              <a:rPr dirty="0">
                <a:latin typeface="Calibri"/>
                <a:cs typeface="Calibri"/>
              </a:rPr>
              <a:t> </a:t>
            </a:r>
            <a:r>
              <a:rPr spc="-5" dirty="0">
                <a:latin typeface="Calibri"/>
                <a:cs typeface="Calibri"/>
              </a:rPr>
              <a:t>still</a:t>
            </a:r>
            <a:r>
              <a:rPr spc="15" dirty="0">
                <a:latin typeface="Calibri"/>
                <a:cs typeface="Calibri"/>
              </a:rPr>
              <a:t> </a:t>
            </a:r>
            <a:r>
              <a:rPr spc="-5" dirty="0">
                <a:latin typeface="Calibri"/>
                <a:cs typeface="Calibri"/>
              </a:rPr>
              <a:t>accessible</a:t>
            </a:r>
            <a:endParaRPr dirty="0">
              <a:latin typeface="Calibri"/>
              <a:cs typeface="Calibri"/>
            </a:endParaRPr>
          </a:p>
          <a:p>
            <a:pPr marL="756285" marR="343535" lvl="1" indent="-287020">
              <a:lnSpc>
                <a:spcPct val="100000"/>
              </a:lnSpc>
              <a:spcBef>
                <a:spcPts val="380"/>
              </a:spcBef>
              <a:buFont typeface="Arial MT"/>
              <a:buChar char="–"/>
              <a:tabLst>
                <a:tab pos="756285" algn="l"/>
                <a:tab pos="756920" algn="l"/>
              </a:tabLst>
            </a:pPr>
            <a:r>
              <a:rPr spc="-5" dirty="0">
                <a:latin typeface="Calibri"/>
                <a:cs typeface="Calibri"/>
              </a:rPr>
              <a:t>In</a:t>
            </a:r>
            <a:r>
              <a:rPr spc="-15" dirty="0">
                <a:latin typeface="Calibri"/>
                <a:cs typeface="Calibri"/>
              </a:rPr>
              <a:t> </a:t>
            </a:r>
            <a:r>
              <a:rPr spc="-5" dirty="0">
                <a:latin typeface="Calibri"/>
                <a:cs typeface="Calibri"/>
              </a:rPr>
              <a:t>a</a:t>
            </a:r>
            <a:r>
              <a:rPr dirty="0">
                <a:latin typeface="Calibri"/>
                <a:cs typeface="Calibri"/>
              </a:rPr>
              <a:t> </a:t>
            </a:r>
            <a:r>
              <a:rPr spc="-10" dirty="0">
                <a:latin typeface="Calibri"/>
                <a:cs typeface="Calibri"/>
              </a:rPr>
              <a:t>world</a:t>
            </a:r>
            <a:r>
              <a:rPr spc="25" dirty="0">
                <a:latin typeface="Calibri"/>
                <a:cs typeface="Calibri"/>
              </a:rPr>
              <a:t> </a:t>
            </a:r>
            <a:r>
              <a:rPr spc="-10" dirty="0">
                <a:latin typeface="Calibri"/>
                <a:cs typeface="Calibri"/>
              </a:rPr>
              <a:t>where</a:t>
            </a:r>
            <a:r>
              <a:rPr spc="35" dirty="0">
                <a:latin typeface="Calibri"/>
                <a:cs typeface="Calibri"/>
              </a:rPr>
              <a:t> </a:t>
            </a:r>
            <a:r>
              <a:rPr spc="-20" dirty="0">
                <a:latin typeface="Calibri"/>
                <a:cs typeface="Calibri"/>
              </a:rPr>
              <a:t>few</a:t>
            </a:r>
            <a:r>
              <a:rPr spc="5" dirty="0">
                <a:latin typeface="Calibri"/>
                <a:cs typeface="Calibri"/>
              </a:rPr>
              <a:t> </a:t>
            </a:r>
            <a:r>
              <a:rPr spc="-5" dirty="0">
                <a:latin typeface="Calibri"/>
                <a:cs typeface="Calibri"/>
              </a:rPr>
              <a:t>individual</a:t>
            </a:r>
            <a:r>
              <a:rPr spc="-45" dirty="0">
                <a:latin typeface="Calibri"/>
                <a:cs typeface="Calibri"/>
              </a:rPr>
              <a:t> </a:t>
            </a:r>
            <a:r>
              <a:rPr spc="-10" dirty="0">
                <a:latin typeface="Calibri"/>
                <a:cs typeface="Calibri"/>
              </a:rPr>
              <a:t>desktop</a:t>
            </a:r>
            <a:r>
              <a:rPr spc="25" dirty="0">
                <a:latin typeface="Calibri"/>
                <a:cs typeface="Calibri"/>
              </a:rPr>
              <a:t> </a:t>
            </a:r>
            <a:r>
              <a:rPr spc="-5" dirty="0">
                <a:latin typeface="Calibri"/>
                <a:cs typeface="Calibri"/>
              </a:rPr>
              <a:t>PC</a:t>
            </a:r>
            <a:r>
              <a:rPr dirty="0">
                <a:latin typeface="Calibri"/>
                <a:cs typeface="Calibri"/>
              </a:rPr>
              <a:t> </a:t>
            </a:r>
            <a:r>
              <a:rPr spc="-15" dirty="0">
                <a:latin typeface="Calibri"/>
                <a:cs typeface="Calibri"/>
              </a:rPr>
              <a:t>users</a:t>
            </a:r>
            <a:r>
              <a:rPr spc="10" dirty="0">
                <a:latin typeface="Calibri"/>
                <a:cs typeface="Calibri"/>
              </a:rPr>
              <a:t> </a:t>
            </a:r>
            <a:r>
              <a:rPr spc="-5" dirty="0">
                <a:latin typeface="Calibri"/>
                <a:cs typeface="Calibri"/>
              </a:rPr>
              <a:t>back</a:t>
            </a:r>
            <a:r>
              <a:rPr spc="-10" dirty="0">
                <a:latin typeface="Calibri"/>
                <a:cs typeface="Calibri"/>
              </a:rPr>
              <a:t> </a:t>
            </a:r>
            <a:r>
              <a:rPr spc="-5" dirty="0">
                <a:latin typeface="Calibri"/>
                <a:cs typeface="Calibri"/>
              </a:rPr>
              <a:t>up</a:t>
            </a:r>
            <a:r>
              <a:rPr dirty="0">
                <a:latin typeface="Calibri"/>
                <a:cs typeface="Calibri"/>
              </a:rPr>
              <a:t> </a:t>
            </a:r>
            <a:r>
              <a:rPr spc="-5" dirty="0">
                <a:latin typeface="Calibri"/>
                <a:cs typeface="Calibri"/>
              </a:rPr>
              <a:t>their</a:t>
            </a:r>
            <a:r>
              <a:rPr spc="10" dirty="0">
                <a:latin typeface="Calibri"/>
                <a:cs typeface="Calibri"/>
              </a:rPr>
              <a:t> </a:t>
            </a:r>
            <a:r>
              <a:rPr spc="-15" dirty="0">
                <a:latin typeface="Calibri"/>
                <a:cs typeface="Calibri"/>
              </a:rPr>
              <a:t>data</a:t>
            </a:r>
            <a:r>
              <a:rPr spc="-5" dirty="0">
                <a:latin typeface="Calibri"/>
                <a:cs typeface="Calibri"/>
              </a:rPr>
              <a:t> on</a:t>
            </a:r>
            <a:r>
              <a:rPr spc="10" dirty="0">
                <a:latin typeface="Calibri"/>
                <a:cs typeface="Calibri"/>
              </a:rPr>
              <a:t> </a:t>
            </a:r>
            <a:r>
              <a:rPr spc="-5" dirty="0">
                <a:latin typeface="Calibri"/>
                <a:cs typeface="Calibri"/>
              </a:rPr>
              <a:t>a </a:t>
            </a:r>
            <a:r>
              <a:rPr spc="-10" dirty="0">
                <a:latin typeface="Calibri"/>
                <a:cs typeface="Calibri"/>
              </a:rPr>
              <a:t>regular</a:t>
            </a:r>
            <a:r>
              <a:rPr spc="5" dirty="0">
                <a:latin typeface="Calibri"/>
                <a:cs typeface="Calibri"/>
              </a:rPr>
              <a:t> </a:t>
            </a:r>
            <a:r>
              <a:rPr spc="-5" dirty="0">
                <a:latin typeface="Calibri"/>
                <a:cs typeface="Calibri"/>
              </a:rPr>
              <a:t>basis, </a:t>
            </a:r>
            <a:r>
              <a:rPr spc="-345" dirty="0">
                <a:latin typeface="Calibri"/>
                <a:cs typeface="Calibri"/>
              </a:rPr>
              <a:t> </a:t>
            </a:r>
            <a:r>
              <a:rPr spc="-5" dirty="0">
                <a:latin typeface="Calibri"/>
                <a:cs typeface="Calibri"/>
              </a:rPr>
              <a:t>cloud</a:t>
            </a:r>
            <a:r>
              <a:rPr dirty="0">
                <a:latin typeface="Calibri"/>
                <a:cs typeface="Calibri"/>
              </a:rPr>
              <a:t> </a:t>
            </a:r>
            <a:r>
              <a:rPr spc="-10" dirty="0">
                <a:latin typeface="Calibri"/>
                <a:cs typeface="Calibri"/>
              </a:rPr>
              <a:t>computing </a:t>
            </a:r>
            <a:r>
              <a:rPr spc="-5" dirty="0">
                <a:latin typeface="Calibri"/>
                <a:cs typeface="Calibri"/>
              </a:rPr>
              <a:t>is</a:t>
            </a:r>
            <a:r>
              <a:rPr dirty="0">
                <a:latin typeface="Calibri"/>
                <a:cs typeface="Calibri"/>
              </a:rPr>
              <a:t> </a:t>
            </a:r>
            <a:r>
              <a:rPr spc="-5" dirty="0">
                <a:latin typeface="Calibri"/>
                <a:cs typeface="Calibri"/>
              </a:rPr>
              <a:t>a</a:t>
            </a:r>
            <a:r>
              <a:rPr dirty="0">
                <a:latin typeface="Calibri"/>
                <a:cs typeface="Calibri"/>
              </a:rPr>
              <a:t> </a:t>
            </a:r>
            <a:r>
              <a:rPr spc="-10" dirty="0">
                <a:latin typeface="Calibri"/>
                <a:cs typeface="Calibri"/>
              </a:rPr>
              <a:t>data-safe</a:t>
            </a:r>
            <a:r>
              <a:rPr spc="-20" dirty="0">
                <a:latin typeface="Calibri"/>
                <a:cs typeface="Calibri"/>
              </a:rPr>
              <a:t> </a:t>
            </a:r>
            <a:r>
              <a:rPr spc="-10" dirty="0">
                <a:latin typeface="Calibri"/>
                <a:cs typeface="Calibri"/>
              </a:rPr>
              <a:t>computing platform.</a:t>
            </a:r>
            <a:r>
              <a:rPr dirty="0">
                <a:latin typeface="Calibri"/>
                <a:cs typeface="Calibri"/>
              </a:rPr>
              <a:t> </a:t>
            </a:r>
            <a:r>
              <a:rPr spc="-15" dirty="0">
                <a:latin typeface="Calibri"/>
                <a:cs typeface="Calibri"/>
              </a:rPr>
              <a:t>For</a:t>
            </a:r>
            <a:r>
              <a:rPr spc="15" dirty="0">
                <a:latin typeface="Calibri"/>
                <a:cs typeface="Calibri"/>
              </a:rPr>
              <a:t> </a:t>
            </a:r>
            <a:r>
              <a:rPr dirty="0">
                <a:latin typeface="Calibri"/>
                <a:cs typeface="Calibri"/>
              </a:rPr>
              <a:t>e.g.</a:t>
            </a:r>
            <a:r>
              <a:rPr spc="25" dirty="0">
                <a:latin typeface="Calibri"/>
                <a:cs typeface="Calibri"/>
              </a:rPr>
              <a:t> </a:t>
            </a:r>
            <a:r>
              <a:rPr spc="-15" dirty="0">
                <a:latin typeface="Calibri"/>
                <a:cs typeface="Calibri"/>
              </a:rPr>
              <a:t>Dropbox,</a:t>
            </a:r>
            <a:r>
              <a:rPr spc="20" dirty="0">
                <a:latin typeface="Calibri"/>
                <a:cs typeface="Calibri"/>
              </a:rPr>
              <a:t> </a:t>
            </a:r>
            <a:r>
              <a:rPr spc="-15" dirty="0">
                <a:latin typeface="Calibri"/>
                <a:cs typeface="Calibri"/>
              </a:rPr>
              <a:t>Skydrive</a:t>
            </a:r>
            <a:endParaRPr dirty="0">
              <a:latin typeface="Calibri"/>
              <a:cs typeface="Calibri"/>
            </a:endParaRPr>
          </a:p>
        </p:txBody>
      </p:sp>
      <p:sp>
        <p:nvSpPr>
          <p:cNvPr id="5" name="Footer Placeholder 4">
            <a:extLst>
              <a:ext uri="{FF2B5EF4-FFF2-40B4-BE49-F238E27FC236}">
                <a16:creationId xmlns:a16="http://schemas.microsoft.com/office/drawing/2014/main" id="{07151CA4-7441-F6F3-077D-C83E7963CC29}"/>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16907"/>
            <a:ext cx="4317999"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20</a:t>
            </a:r>
          </a:p>
        </p:txBody>
      </p:sp>
      <p:sp>
        <p:nvSpPr>
          <p:cNvPr id="3" name="object 3"/>
          <p:cNvSpPr txBox="1"/>
          <p:nvPr/>
        </p:nvSpPr>
        <p:spPr>
          <a:xfrm>
            <a:off x="307340" y="793615"/>
            <a:ext cx="8038465" cy="4167230"/>
          </a:xfrm>
          <a:prstGeom prst="rect">
            <a:avLst/>
          </a:prstGeom>
        </p:spPr>
        <p:txBody>
          <a:bodyPr vert="horz" wrap="square" lIns="0" tIns="58419" rIns="0" bIns="0" rtlCol="0">
            <a:spAutoFit/>
          </a:bodyPr>
          <a:lstStyle/>
          <a:p>
            <a:pPr marL="355600" indent="-342900">
              <a:lnSpc>
                <a:spcPct val="100000"/>
              </a:lnSpc>
              <a:spcBef>
                <a:spcPts val="459"/>
              </a:spcBef>
              <a:buFont typeface="Arial MT"/>
              <a:buChar char="•"/>
              <a:tabLst>
                <a:tab pos="354965" algn="l"/>
                <a:tab pos="355600" algn="l"/>
              </a:tabLst>
            </a:pPr>
            <a:r>
              <a:rPr sz="1900" b="1" spc="-10" dirty="0">
                <a:latin typeface="Calibri"/>
                <a:cs typeface="Calibri"/>
              </a:rPr>
              <a:t>Universal</a:t>
            </a:r>
            <a:r>
              <a:rPr sz="1900" b="1" dirty="0">
                <a:latin typeface="Calibri"/>
                <a:cs typeface="Calibri"/>
              </a:rPr>
              <a:t> </a:t>
            </a:r>
            <a:r>
              <a:rPr sz="1900" b="1" spc="-10" dirty="0">
                <a:latin typeface="Calibri"/>
                <a:cs typeface="Calibri"/>
              </a:rPr>
              <a:t>information</a:t>
            </a:r>
            <a:r>
              <a:rPr sz="1900" b="1" spc="5" dirty="0">
                <a:latin typeface="Calibri"/>
                <a:cs typeface="Calibri"/>
              </a:rPr>
              <a:t> </a:t>
            </a:r>
            <a:r>
              <a:rPr sz="1900" b="1" spc="-5" dirty="0">
                <a:latin typeface="Calibri"/>
                <a:cs typeface="Calibri"/>
              </a:rPr>
              <a:t>access</a:t>
            </a:r>
            <a:endParaRPr sz="1900" dirty="0">
              <a:latin typeface="Calibri"/>
              <a:cs typeface="Calibri"/>
            </a:endParaRPr>
          </a:p>
          <a:p>
            <a:pPr marL="756285" lvl="1" indent="-287020">
              <a:lnSpc>
                <a:spcPct val="100000"/>
              </a:lnSpc>
              <a:spcBef>
                <a:spcPts val="415"/>
              </a:spcBef>
              <a:buFont typeface="Arial MT"/>
              <a:buChar char="–"/>
              <a:tabLst>
                <a:tab pos="756285" algn="l"/>
                <a:tab pos="756920" algn="l"/>
              </a:tabLst>
            </a:pPr>
            <a:r>
              <a:rPr sz="1900" spc="-10" dirty="0">
                <a:latin typeface="Calibri"/>
                <a:cs typeface="Calibri"/>
              </a:rPr>
              <a:t>That</a:t>
            </a:r>
            <a:r>
              <a:rPr sz="1900" dirty="0">
                <a:latin typeface="Calibri"/>
                <a:cs typeface="Calibri"/>
              </a:rPr>
              <a:t> </a:t>
            </a:r>
            <a:r>
              <a:rPr sz="1900" spc="-5" dirty="0">
                <a:latin typeface="Calibri"/>
                <a:cs typeface="Calibri"/>
              </a:rPr>
              <a:t>is</a:t>
            </a:r>
            <a:r>
              <a:rPr sz="1900" dirty="0">
                <a:latin typeface="Calibri"/>
                <a:cs typeface="Calibri"/>
              </a:rPr>
              <a:t> </a:t>
            </a:r>
            <a:r>
              <a:rPr sz="1900" spc="-5" dirty="0">
                <a:latin typeface="Calibri"/>
                <a:cs typeface="Calibri"/>
              </a:rPr>
              <a:t>not</a:t>
            </a:r>
            <a:r>
              <a:rPr sz="1900" spc="5" dirty="0">
                <a:latin typeface="Calibri"/>
                <a:cs typeface="Calibri"/>
              </a:rPr>
              <a:t> </a:t>
            </a:r>
            <a:r>
              <a:rPr sz="1900" dirty="0">
                <a:latin typeface="Calibri"/>
                <a:cs typeface="Calibri"/>
              </a:rPr>
              <a:t>a </a:t>
            </a:r>
            <a:r>
              <a:rPr sz="1900" spc="-10" dirty="0">
                <a:latin typeface="Calibri"/>
                <a:cs typeface="Calibri"/>
              </a:rPr>
              <a:t>problem</a:t>
            </a:r>
            <a:r>
              <a:rPr sz="1900" spc="20" dirty="0">
                <a:latin typeface="Calibri"/>
                <a:cs typeface="Calibri"/>
              </a:rPr>
              <a:t> </a:t>
            </a:r>
            <a:r>
              <a:rPr sz="1900" spc="-5" dirty="0">
                <a:latin typeface="Calibri"/>
                <a:cs typeface="Calibri"/>
              </a:rPr>
              <a:t>with</a:t>
            </a:r>
            <a:r>
              <a:rPr sz="1900" spc="10" dirty="0">
                <a:latin typeface="Calibri"/>
                <a:cs typeface="Calibri"/>
              </a:rPr>
              <a:t> </a:t>
            </a:r>
            <a:r>
              <a:rPr sz="1900" spc="-5" dirty="0">
                <a:latin typeface="Calibri"/>
                <a:cs typeface="Calibri"/>
              </a:rPr>
              <a:t>cloud</a:t>
            </a:r>
            <a:r>
              <a:rPr sz="1900" spc="25" dirty="0">
                <a:latin typeface="Calibri"/>
                <a:cs typeface="Calibri"/>
              </a:rPr>
              <a:t> </a:t>
            </a:r>
            <a:r>
              <a:rPr sz="1900" spc="-5" dirty="0">
                <a:latin typeface="Calibri"/>
                <a:cs typeface="Calibri"/>
              </a:rPr>
              <a:t>computing,</a:t>
            </a:r>
            <a:r>
              <a:rPr sz="1900" spc="5" dirty="0">
                <a:latin typeface="Calibri"/>
                <a:cs typeface="Calibri"/>
              </a:rPr>
              <a:t> </a:t>
            </a:r>
            <a:r>
              <a:rPr sz="1900" spc="-5" dirty="0">
                <a:latin typeface="Calibri"/>
                <a:cs typeface="Calibri"/>
              </a:rPr>
              <a:t>because</a:t>
            </a:r>
            <a:r>
              <a:rPr sz="1900" spc="5" dirty="0">
                <a:latin typeface="Calibri"/>
                <a:cs typeface="Calibri"/>
              </a:rPr>
              <a:t> </a:t>
            </a:r>
            <a:r>
              <a:rPr sz="1900" spc="-10" dirty="0">
                <a:latin typeface="Calibri"/>
                <a:cs typeface="Calibri"/>
              </a:rPr>
              <a:t>you</a:t>
            </a:r>
            <a:r>
              <a:rPr sz="1900" spc="10" dirty="0">
                <a:latin typeface="Calibri"/>
                <a:cs typeface="Calibri"/>
              </a:rPr>
              <a:t> </a:t>
            </a:r>
            <a:r>
              <a:rPr sz="1900" spc="-5" dirty="0">
                <a:latin typeface="Calibri"/>
                <a:cs typeface="Calibri"/>
              </a:rPr>
              <a:t>do</a:t>
            </a:r>
            <a:r>
              <a:rPr sz="1900" spc="10" dirty="0">
                <a:latin typeface="Calibri"/>
                <a:cs typeface="Calibri"/>
              </a:rPr>
              <a:t> </a:t>
            </a:r>
            <a:r>
              <a:rPr sz="1900" spc="-5" dirty="0">
                <a:latin typeface="Calibri"/>
                <a:cs typeface="Calibri"/>
              </a:rPr>
              <a:t>not</a:t>
            </a:r>
            <a:r>
              <a:rPr sz="1900" spc="5" dirty="0">
                <a:latin typeface="Calibri"/>
                <a:cs typeface="Calibri"/>
              </a:rPr>
              <a:t> </a:t>
            </a:r>
            <a:r>
              <a:rPr sz="1900" spc="-25" dirty="0">
                <a:latin typeface="Calibri"/>
                <a:cs typeface="Calibri"/>
              </a:rPr>
              <a:t>take</a:t>
            </a:r>
            <a:r>
              <a:rPr sz="1900" spc="5" dirty="0">
                <a:latin typeface="Calibri"/>
                <a:cs typeface="Calibri"/>
              </a:rPr>
              <a:t> </a:t>
            </a:r>
            <a:r>
              <a:rPr sz="1900" spc="-10" dirty="0">
                <a:latin typeface="Calibri"/>
                <a:cs typeface="Calibri"/>
              </a:rPr>
              <a:t>your</a:t>
            </a:r>
            <a:endParaRPr sz="1900" dirty="0">
              <a:latin typeface="Calibri"/>
              <a:cs typeface="Calibri"/>
            </a:endParaRPr>
          </a:p>
          <a:p>
            <a:pPr marL="756285">
              <a:lnSpc>
                <a:spcPct val="100000"/>
              </a:lnSpc>
            </a:pPr>
            <a:r>
              <a:rPr sz="1900" spc="-5" dirty="0">
                <a:latin typeface="Calibri"/>
                <a:cs typeface="Calibri"/>
              </a:rPr>
              <a:t>documents</a:t>
            </a:r>
            <a:r>
              <a:rPr sz="1900" spc="-25" dirty="0">
                <a:latin typeface="Calibri"/>
                <a:cs typeface="Calibri"/>
              </a:rPr>
              <a:t> </a:t>
            </a:r>
            <a:r>
              <a:rPr sz="1900" spc="-5" dirty="0">
                <a:latin typeface="Calibri"/>
                <a:cs typeface="Calibri"/>
              </a:rPr>
              <a:t>with </a:t>
            </a:r>
            <a:r>
              <a:rPr sz="1900" spc="-10" dirty="0">
                <a:latin typeface="Calibri"/>
                <a:cs typeface="Calibri"/>
              </a:rPr>
              <a:t>you.</a:t>
            </a:r>
            <a:endParaRPr sz="1900" dirty="0">
              <a:latin typeface="Calibri"/>
              <a:cs typeface="Calibri"/>
            </a:endParaRPr>
          </a:p>
          <a:p>
            <a:pPr marL="756285" marR="43815" lvl="1" indent="-287020">
              <a:lnSpc>
                <a:spcPct val="100000"/>
              </a:lnSpc>
              <a:spcBef>
                <a:spcPts val="434"/>
              </a:spcBef>
              <a:buFont typeface="Arial MT"/>
              <a:buChar char="–"/>
              <a:tabLst>
                <a:tab pos="756285" algn="l"/>
                <a:tab pos="756920" algn="l"/>
              </a:tabLst>
            </a:pPr>
            <a:r>
              <a:rPr sz="1900" spc="-10" dirty="0">
                <a:latin typeface="Calibri"/>
                <a:cs typeface="Calibri"/>
              </a:rPr>
              <a:t>Instead,</a:t>
            </a:r>
            <a:r>
              <a:rPr sz="1900" dirty="0">
                <a:latin typeface="Calibri"/>
                <a:cs typeface="Calibri"/>
              </a:rPr>
              <a:t> </a:t>
            </a:r>
            <a:r>
              <a:rPr sz="1900" spc="-5" dirty="0">
                <a:latin typeface="Calibri"/>
                <a:cs typeface="Calibri"/>
              </a:rPr>
              <a:t>they</a:t>
            </a:r>
            <a:r>
              <a:rPr sz="1900" dirty="0">
                <a:latin typeface="Calibri"/>
                <a:cs typeface="Calibri"/>
              </a:rPr>
              <a:t> </a:t>
            </a:r>
            <a:r>
              <a:rPr sz="1900" spc="-25" dirty="0">
                <a:latin typeface="Calibri"/>
                <a:cs typeface="Calibri"/>
              </a:rPr>
              <a:t>stay</a:t>
            </a:r>
            <a:r>
              <a:rPr sz="1900" dirty="0">
                <a:latin typeface="Calibri"/>
                <a:cs typeface="Calibri"/>
              </a:rPr>
              <a:t> in</a:t>
            </a:r>
            <a:r>
              <a:rPr sz="1900" spc="10" dirty="0">
                <a:latin typeface="Calibri"/>
                <a:cs typeface="Calibri"/>
              </a:rPr>
              <a:t> </a:t>
            </a:r>
            <a:r>
              <a:rPr sz="1900" dirty="0">
                <a:latin typeface="Calibri"/>
                <a:cs typeface="Calibri"/>
              </a:rPr>
              <a:t>the </a:t>
            </a:r>
            <a:r>
              <a:rPr sz="1900" spc="-5" dirty="0">
                <a:latin typeface="Calibri"/>
                <a:cs typeface="Calibri"/>
              </a:rPr>
              <a:t>cloud,</a:t>
            </a:r>
            <a:r>
              <a:rPr sz="1900" spc="30" dirty="0">
                <a:latin typeface="Calibri"/>
                <a:cs typeface="Calibri"/>
              </a:rPr>
              <a:t> </a:t>
            </a:r>
            <a:r>
              <a:rPr sz="1900" dirty="0">
                <a:latin typeface="Calibri"/>
                <a:cs typeface="Calibri"/>
              </a:rPr>
              <a:t>and</a:t>
            </a:r>
            <a:r>
              <a:rPr sz="1900" spc="5" dirty="0">
                <a:latin typeface="Calibri"/>
                <a:cs typeface="Calibri"/>
              </a:rPr>
              <a:t> </a:t>
            </a:r>
            <a:r>
              <a:rPr sz="1900" spc="-10" dirty="0">
                <a:latin typeface="Calibri"/>
                <a:cs typeface="Calibri"/>
              </a:rPr>
              <a:t>you</a:t>
            </a:r>
            <a:r>
              <a:rPr sz="1900" spc="15" dirty="0">
                <a:latin typeface="Calibri"/>
                <a:cs typeface="Calibri"/>
              </a:rPr>
              <a:t> </a:t>
            </a:r>
            <a:r>
              <a:rPr sz="1900" spc="-10" dirty="0">
                <a:latin typeface="Calibri"/>
                <a:cs typeface="Calibri"/>
              </a:rPr>
              <a:t>can</a:t>
            </a:r>
            <a:r>
              <a:rPr sz="1900" spc="15" dirty="0">
                <a:latin typeface="Calibri"/>
                <a:cs typeface="Calibri"/>
              </a:rPr>
              <a:t> </a:t>
            </a:r>
            <a:r>
              <a:rPr sz="1900" spc="-5" dirty="0">
                <a:latin typeface="Calibri"/>
                <a:cs typeface="Calibri"/>
              </a:rPr>
              <a:t>access</a:t>
            </a:r>
            <a:r>
              <a:rPr sz="1900" dirty="0">
                <a:latin typeface="Calibri"/>
                <a:cs typeface="Calibri"/>
              </a:rPr>
              <a:t> them</a:t>
            </a:r>
            <a:r>
              <a:rPr sz="1900" spc="5" dirty="0">
                <a:latin typeface="Calibri"/>
                <a:cs typeface="Calibri"/>
              </a:rPr>
              <a:t> </a:t>
            </a:r>
            <a:r>
              <a:rPr sz="1900" spc="-5" dirty="0">
                <a:latin typeface="Calibri"/>
                <a:cs typeface="Calibri"/>
              </a:rPr>
              <a:t>whenever</a:t>
            </a:r>
            <a:r>
              <a:rPr sz="1900" spc="10" dirty="0">
                <a:latin typeface="Calibri"/>
                <a:cs typeface="Calibri"/>
              </a:rPr>
              <a:t> </a:t>
            </a:r>
            <a:r>
              <a:rPr sz="1900" spc="-10" dirty="0">
                <a:latin typeface="Calibri"/>
                <a:cs typeface="Calibri"/>
              </a:rPr>
              <a:t>you</a:t>
            </a:r>
            <a:r>
              <a:rPr sz="1900" dirty="0">
                <a:latin typeface="Calibri"/>
                <a:cs typeface="Calibri"/>
              </a:rPr>
              <a:t> </a:t>
            </a:r>
            <a:r>
              <a:rPr sz="1900" spc="-10" dirty="0">
                <a:latin typeface="Calibri"/>
                <a:cs typeface="Calibri"/>
              </a:rPr>
              <a:t>have</a:t>
            </a:r>
            <a:r>
              <a:rPr sz="1900" spc="-5" dirty="0">
                <a:latin typeface="Calibri"/>
                <a:cs typeface="Calibri"/>
              </a:rPr>
              <a:t> </a:t>
            </a:r>
            <a:r>
              <a:rPr sz="1900" dirty="0">
                <a:latin typeface="Calibri"/>
                <a:cs typeface="Calibri"/>
              </a:rPr>
              <a:t>a </a:t>
            </a:r>
            <a:r>
              <a:rPr sz="1900" spc="-390" dirty="0">
                <a:latin typeface="Calibri"/>
                <a:cs typeface="Calibri"/>
              </a:rPr>
              <a:t> </a:t>
            </a:r>
            <a:r>
              <a:rPr sz="1900" spc="-10" dirty="0">
                <a:latin typeface="Calibri"/>
                <a:cs typeface="Calibri"/>
              </a:rPr>
              <a:t>computer</a:t>
            </a:r>
            <a:r>
              <a:rPr sz="1900" spc="5" dirty="0">
                <a:latin typeface="Calibri"/>
                <a:cs typeface="Calibri"/>
              </a:rPr>
              <a:t> </a:t>
            </a:r>
            <a:r>
              <a:rPr sz="1900" dirty="0">
                <a:latin typeface="Calibri"/>
                <a:cs typeface="Calibri"/>
              </a:rPr>
              <a:t>and</a:t>
            </a:r>
            <a:r>
              <a:rPr sz="1900" spc="15" dirty="0">
                <a:latin typeface="Calibri"/>
                <a:cs typeface="Calibri"/>
              </a:rPr>
              <a:t> </a:t>
            </a:r>
            <a:r>
              <a:rPr sz="1900" dirty="0">
                <a:latin typeface="Calibri"/>
                <a:cs typeface="Calibri"/>
              </a:rPr>
              <a:t>an </a:t>
            </a:r>
            <a:r>
              <a:rPr sz="1900" spc="-10" dirty="0">
                <a:latin typeface="Calibri"/>
                <a:cs typeface="Calibri"/>
              </a:rPr>
              <a:t>Internet</a:t>
            </a:r>
            <a:r>
              <a:rPr sz="1900" spc="10" dirty="0">
                <a:latin typeface="Calibri"/>
                <a:cs typeface="Calibri"/>
              </a:rPr>
              <a:t> </a:t>
            </a:r>
            <a:r>
              <a:rPr sz="1900" spc="-10" dirty="0">
                <a:latin typeface="Calibri"/>
                <a:cs typeface="Calibri"/>
              </a:rPr>
              <a:t>connection</a:t>
            </a:r>
            <a:endParaRPr sz="1900" dirty="0">
              <a:latin typeface="Calibri"/>
              <a:cs typeface="Calibri"/>
            </a:endParaRPr>
          </a:p>
          <a:p>
            <a:pPr marL="756285" lvl="1" indent="-287020">
              <a:lnSpc>
                <a:spcPct val="100000"/>
              </a:lnSpc>
              <a:spcBef>
                <a:spcPts val="430"/>
              </a:spcBef>
              <a:buFont typeface="Arial MT"/>
              <a:buChar char="–"/>
              <a:tabLst>
                <a:tab pos="756285" algn="l"/>
                <a:tab pos="756920" algn="l"/>
              </a:tabLst>
            </a:pPr>
            <a:r>
              <a:rPr sz="1900" spc="-5" dirty="0">
                <a:latin typeface="Calibri"/>
                <a:cs typeface="Calibri"/>
              </a:rPr>
              <a:t>Documents</a:t>
            </a:r>
            <a:r>
              <a:rPr sz="1900" spc="5" dirty="0">
                <a:latin typeface="Calibri"/>
                <a:cs typeface="Calibri"/>
              </a:rPr>
              <a:t> </a:t>
            </a:r>
            <a:r>
              <a:rPr sz="1900" spc="-10" dirty="0">
                <a:latin typeface="Calibri"/>
                <a:cs typeface="Calibri"/>
              </a:rPr>
              <a:t>are</a:t>
            </a:r>
            <a:r>
              <a:rPr sz="1900" dirty="0">
                <a:latin typeface="Calibri"/>
                <a:cs typeface="Calibri"/>
              </a:rPr>
              <a:t> </a:t>
            </a:r>
            <a:r>
              <a:rPr sz="1900" spc="-10" dirty="0">
                <a:latin typeface="Calibri"/>
                <a:cs typeface="Calibri"/>
              </a:rPr>
              <a:t>instantly</a:t>
            </a:r>
            <a:r>
              <a:rPr sz="1900" spc="15" dirty="0">
                <a:latin typeface="Calibri"/>
                <a:cs typeface="Calibri"/>
              </a:rPr>
              <a:t> </a:t>
            </a:r>
            <a:r>
              <a:rPr sz="1900" spc="-10" dirty="0">
                <a:latin typeface="Calibri"/>
                <a:cs typeface="Calibri"/>
              </a:rPr>
              <a:t>available</a:t>
            </a:r>
            <a:r>
              <a:rPr sz="1900" spc="-5" dirty="0">
                <a:latin typeface="Calibri"/>
                <a:cs typeface="Calibri"/>
              </a:rPr>
              <a:t> </a:t>
            </a:r>
            <a:r>
              <a:rPr sz="1900" spc="-10" dirty="0">
                <a:latin typeface="Calibri"/>
                <a:cs typeface="Calibri"/>
              </a:rPr>
              <a:t>from</a:t>
            </a:r>
            <a:r>
              <a:rPr sz="1900" dirty="0">
                <a:latin typeface="Calibri"/>
                <a:cs typeface="Calibri"/>
              </a:rPr>
              <a:t> </a:t>
            </a:r>
            <a:r>
              <a:rPr sz="1900" spc="-10" dirty="0">
                <a:latin typeface="Calibri"/>
                <a:cs typeface="Calibri"/>
              </a:rPr>
              <a:t>wherever</a:t>
            </a:r>
            <a:r>
              <a:rPr sz="1900" dirty="0">
                <a:latin typeface="Calibri"/>
                <a:cs typeface="Calibri"/>
              </a:rPr>
              <a:t> </a:t>
            </a:r>
            <a:r>
              <a:rPr sz="1900" spc="-10" dirty="0">
                <a:latin typeface="Calibri"/>
                <a:cs typeface="Calibri"/>
              </a:rPr>
              <a:t>you</a:t>
            </a:r>
            <a:r>
              <a:rPr sz="1900" spc="15" dirty="0">
                <a:latin typeface="Calibri"/>
                <a:cs typeface="Calibri"/>
              </a:rPr>
              <a:t> </a:t>
            </a:r>
            <a:r>
              <a:rPr sz="1900" spc="-10" dirty="0">
                <a:latin typeface="Calibri"/>
                <a:cs typeface="Calibri"/>
              </a:rPr>
              <a:t>are.</a:t>
            </a:r>
            <a:endParaRPr sz="1900" dirty="0">
              <a:latin typeface="Calibri"/>
              <a:cs typeface="Calibri"/>
            </a:endParaRPr>
          </a:p>
          <a:p>
            <a:pPr marL="355600" indent="-342900">
              <a:lnSpc>
                <a:spcPct val="100000"/>
              </a:lnSpc>
              <a:spcBef>
                <a:spcPts val="405"/>
              </a:spcBef>
              <a:buFont typeface="Arial MT"/>
              <a:buChar char="•"/>
              <a:tabLst>
                <a:tab pos="354965" algn="l"/>
                <a:tab pos="355600" algn="l"/>
              </a:tabLst>
            </a:pPr>
            <a:r>
              <a:rPr sz="1900" b="1" spc="-15" dirty="0">
                <a:latin typeface="Calibri"/>
                <a:cs typeface="Calibri"/>
              </a:rPr>
              <a:t>Latest</a:t>
            </a:r>
            <a:r>
              <a:rPr sz="1900" b="1" spc="-35" dirty="0">
                <a:latin typeface="Calibri"/>
                <a:cs typeface="Calibri"/>
              </a:rPr>
              <a:t> </a:t>
            </a:r>
            <a:r>
              <a:rPr sz="1900" b="1" spc="-10" dirty="0">
                <a:latin typeface="Calibri"/>
                <a:cs typeface="Calibri"/>
              </a:rPr>
              <a:t>version </a:t>
            </a:r>
            <a:r>
              <a:rPr sz="1900" b="1" spc="-5" dirty="0">
                <a:latin typeface="Calibri"/>
                <a:cs typeface="Calibri"/>
              </a:rPr>
              <a:t>availability</a:t>
            </a:r>
            <a:endParaRPr sz="1900" dirty="0">
              <a:latin typeface="Calibri"/>
              <a:cs typeface="Calibri"/>
            </a:endParaRPr>
          </a:p>
          <a:p>
            <a:pPr marL="756285" lvl="1" indent="-287020">
              <a:lnSpc>
                <a:spcPct val="100000"/>
              </a:lnSpc>
              <a:spcBef>
                <a:spcPts val="414"/>
              </a:spcBef>
              <a:buFont typeface="Arial MT"/>
              <a:buChar char="–"/>
              <a:tabLst>
                <a:tab pos="756285" algn="l"/>
                <a:tab pos="756920" algn="l"/>
              </a:tabLst>
            </a:pPr>
            <a:r>
              <a:rPr sz="1900" spc="-5" dirty="0">
                <a:latin typeface="Calibri"/>
                <a:cs typeface="Calibri"/>
              </a:rPr>
              <a:t>When</a:t>
            </a:r>
            <a:r>
              <a:rPr sz="1900" dirty="0">
                <a:latin typeface="Calibri"/>
                <a:cs typeface="Calibri"/>
              </a:rPr>
              <a:t> </a:t>
            </a:r>
            <a:r>
              <a:rPr sz="1900" spc="-10" dirty="0">
                <a:latin typeface="Calibri"/>
                <a:cs typeface="Calibri"/>
              </a:rPr>
              <a:t>you</a:t>
            </a:r>
            <a:r>
              <a:rPr sz="1900" spc="10" dirty="0">
                <a:latin typeface="Calibri"/>
                <a:cs typeface="Calibri"/>
              </a:rPr>
              <a:t> </a:t>
            </a:r>
            <a:r>
              <a:rPr sz="1900" dirty="0">
                <a:latin typeface="Calibri"/>
                <a:cs typeface="Calibri"/>
              </a:rPr>
              <a:t>edit</a:t>
            </a:r>
            <a:r>
              <a:rPr sz="1900" spc="5" dirty="0">
                <a:latin typeface="Calibri"/>
                <a:cs typeface="Calibri"/>
              </a:rPr>
              <a:t> </a:t>
            </a:r>
            <a:r>
              <a:rPr sz="1900" dirty="0">
                <a:latin typeface="Calibri"/>
                <a:cs typeface="Calibri"/>
              </a:rPr>
              <a:t>a</a:t>
            </a:r>
            <a:r>
              <a:rPr sz="1900" spc="-5" dirty="0">
                <a:latin typeface="Calibri"/>
                <a:cs typeface="Calibri"/>
              </a:rPr>
              <a:t> document</a:t>
            </a:r>
            <a:r>
              <a:rPr sz="1900" spc="5" dirty="0">
                <a:latin typeface="Calibri"/>
                <a:cs typeface="Calibri"/>
              </a:rPr>
              <a:t> </a:t>
            </a:r>
            <a:r>
              <a:rPr sz="1900" spc="-10" dirty="0">
                <a:latin typeface="Calibri"/>
                <a:cs typeface="Calibri"/>
              </a:rPr>
              <a:t>at</a:t>
            </a:r>
            <a:r>
              <a:rPr sz="1900" spc="-5" dirty="0">
                <a:latin typeface="Calibri"/>
                <a:cs typeface="Calibri"/>
              </a:rPr>
              <a:t> home,</a:t>
            </a:r>
            <a:r>
              <a:rPr sz="1900" dirty="0">
                <a:latin typeface="Calibri"/>
                <a:cs typeface="Calibri"/>
              </a:rPr>
              <a:t> </a:t>
            </a:r>
            <a:r>
              <a:rPr sz="1900" spc="-5" dirty="0">
                <a:latin typeface="Calibri"/>
                <a:cs typeface="Calibri"/>
              </a:rPr>
              <a:t>that edited</a:t>
            </a:r>
            <a:r>
              <a:rPr sz="1900" spc="10" dirty="0">
                <a:latin typeface="Calibri"/>
                <a:cs typeface="Calibri"/>
              </a:rPr>
              <a:t> </a:t>
            </a:r>
            <a:r>
              <a:rPr sz="1900" spc="-10" dirty="0">
                <a:latin typeface="Calibri"/>
                <a:cs typeface="Calibri"/>
              </a:rPr>
              <a:t>version</a:t>
            </a:r>
            <a:r>
              <a:rPr sz="1900" spc="-5" dirty="0">
                <a:latin typeface="Calibri"/>
                <a:cs typeface="Calibri"/>
              </a:rPr>
              <a:t> </a:t>
            </a:r>
            <a:r>
              <a:rPr sz="1900" dirty="0">
                <a:latin typeface="Calibri"/>
                <a:cs typeface="Calibri"/>
              </a:rPr>
              <a:t>is</a:t>
            </a:r>
            <a:r>
              <a:rPr sz="1900" spc="5" dirty="0">
                <a:latin typeface="Calibri"/>
                <a:cs typeface="Calibri"/>
              </a:rPr>
              <a:t> </a:t>
            </a:r>
            <a:r>
              <a:rPr sz="1900" spc="-5" dirty="0">
                <a:latin typeface="Calibri"/>
                <a:cs typeface="Calibri"/>
              </a:rPr>
              <a:t>what </a:t>
            </a:r>
            <a:r>
              <a:rPr sz="1900" spc="-10" dirty="0">
                <a:latin typeface="Calibri"/>
                <a:cs typeface="Calibri"/>
              </a:rPr>
              <a:t>you</a:t>
            </a:r>
            <a:r>
              <a:rPr sz="1900" spc="10" dirty="0">
                <a:latin typeface="Calibri"/>
                <a:cs typeface="Calibri"/>
              </a:rPr>
              <a:t> </a:t>
            </a:r>
            <a:r>
              <a:rPr sz="1900" dirty="0">
                <a:latin typeface="Calibri"/>
                <a:cs typeface="Calibri"/>
              </a:rPr>
              <a:t>see</a:t>
            </a:r>
            <a:r>
              <a:rPr sz="1900" spc="-10" dirty="0">
                <a:latin typeface="Calibri"/>
                <a:cs typeface="Calibri"/>
              </a:rPr>
              <a:t> </a:t>
            </a:r>
            <a:r>
              <a:rPr sz="1900" dirty="0">
                <a:latin typeface="Calibri"/>
                <a:cs typeface="Calibri"/>
              </a:rPr>
              <a:t>when</a:t>
            </a:r>
          </a:p>
          <a:p>
            <a:pPr marL="756285">
              <a:lnSpc>
                <a:spcPct val="100000"/>
              </a:lnSpc>
            </a:pPr>
            <a:r>
              <a:rPr sz="1900" spc="-10" dirty="0">
                <a:latin typeface="Calibri"/>
                <a:cs typeface="Calibri"/>
              </a:rPr>
              <a:t>you</a:t>
            </a:r>
            <a:r>
              <a:rPr sz="1900" dirty="0">
                <a:latin typeface="Calibri"/>
                <a:cs typeface="Calibri"/>
              </a:rPr>
              <a:t> </a:t>
            </a:r>
            <a:r>
              <a:rPr sz="1900" spc="-5" dirty="0">
                <a:latin typeface="Calibri"/>
                <a:cs typeface="Calibri"/>
              </a:rPr>
              <a:t>access</a:t>
            </a:r>
            <a:r>
              <a:rPr sz="1900" spc="-10" dirty="0">
                <a:latin typeface="Calibri"/>
                <a:cs typeface="Calibri"/>
              </a:rPr>
              <a:t> </a:t>
            </a:r>
            <a:r>
              <a:rPr sz="1900" dirty="0">
                <a:latin typeface="Calibri"/>
                <a:cs typeface="Calibri"/>
              </a:rPr>
              <a:t>the</a:t>
            </a:r>
            <a:r>
              <a:rPr sz="1900" spc="-5" dirty="0">
                <a:latin typeface="Calibri"/>
                <a:cs typeface="Calibri"/>
              </a:rPr>
              <a:t> document </a:t>
            </a:r>
            <a:r>
              <a:rPr sz="1900" spc="-10" dirty="0">
                <a:latin typeface="Calibri"/>
                <a:cs typeface="Calibri"/>
              </a:rPr>
              <a:t>at work.</a:t>
            </a:r>
            <a:endParaRPr sz="1900" dirty="0">
              <a:latin typeface="Calibri"/>
              <a:cs typeface="Calibri"/>
            </a:endParaRPr>
          </a:p>
          <a:p>
            <a:pPr marL="756285" marR="351790" lvl="1" indent="-287020">
              <a:lnSpc>
                <a:spcPct val="101299"/>
              </a:lnSpc>
              <a:spcBef>
                <a:spcPts val="405"/>
              </a:spcBef>
              <a:buFont typeface="Arial MT"/>
              <a:buChar char="–"/>
              <a:tabLst>
                <a:tab pos="756285" algn="l"/>
                <a:tab pos="756920" algn="l"/>
              </a:tabLst>
            </a:pPr>
            <a:r>
              <a:rPr sz="1900" spc="-5" dirty="0">
                <a:latin typeface="Calibri"/>
                <a:cs typeface="Calibri"/>
              </a:rPr>
              <a:t>The cloud</a:t>
            </a:r>
            <a:r>
              <a:rPr sz="1900" spc="25" dirty="0">
                <a:latin typeface="Calibri"/>
                <a:cs typeface="Calibri"/>
              </a:rPr>
              <a:t> </a:t>
            </a:r>
            <a:r>
              <a:rPr sz="1900" spc="-15" dirty="0">
                <a:latin typeface="Calibri"/>
                <a:cs typeface="Calibri"/>
              </a:rPr>
              <a:t>always</a:t>
            </a:r>
            <a:r>
              <a:rPr sz="1900" spc="5" dirty="0">
                <a:latin typeface="Calibri"/>
                <a:cs typeface="Calibri"/>
              </a:rPr>
              <a:t> </a:t>
            </a:r>
            <a:r>
              <a:rPr sz="1900" spc="-10" dirty="0">
                <a:latin typeface="Calibri"/>
                <a:cs typeface="Calibri"/>
              </a:rPr>
              <a:t>hosts</a:t>
            </a:r>
            <a:r>
              <a:rPr sz="1900" dirty="0">
                <a:latin typeface="Calibri"/>
                <a:cs typeface="Calibri"/>
              </a:rPr>
              <a:t> the</a:t>
            </a:r>
            <a:r>
              <a:rPr sz="1900" spc="15" dirty="0">
                <a:latin typeface="Calibri"/>
                <a:cs typeface="Calibri"/>
              </a:rPr>
              <a:t> </a:t>
            </a:r>
            <a:r>
              <a:rPr sz="1900" spc="-15" dirty="0">
                <a:latin typeface="Calibri"/>
                <a:cs typeface="Calibri"/>
              </a:rPr>
              <a:t>latest</a:t>
            </a:r>
            <a:r>
              <a:rPr sz="1900" dirty="0">
                <a:latin typeface="Calibri"/>
                <a:cs typeface="Calibri"/>
              </a:rPr>
              <a:t> </a:t>
            </a:r>
            <a:r>
              <a:rPr sz="1900" spc="-10" dirty="0">
                <a:latin typeface="Calibri"/>
                <a:cs typeface="Calibri"/>
              </a:rPr>
              <a:t>version</a:t>
            </a:r>
            <a:r>
              <a:rPr sz="1900" spc="-5" dirty="0">
                <a:latin typeface="Calibri"/>
                <a:cs typeface="Calibri"/>
              </a:rPr>
              <a:t> of</a:t>
            </a:r>
            <a:r>
              <a:rPr sz="1900" dirty="0">
                <a:latin typeface="Calibri"/>
                <a:cs typeface="Calibri"/>
              </a:rPr>
              <a:t> </a:t>
            </a:r>
            <a:r>
              <a:rPr sz="1900" spc="-10" dirty="0">
                <a:latin typeface="Calibri"/>
                <a:cs typeface="Calibri"/>
              </a:rPr>
              <a:t>your</a:t>
            </a:r>
            <a:r>
              <a:rPr sz="1900" spc="5" dirty="0">
                <a:latin typeface="Calibri"/>
                <a:cs typeface="Calibri"/>
              </a:rPr>
              <a:t> </a:t>
            </a:r>
            <a:r>
              <a:rPr sz="1900" spc="-5" dirty="0">
                <a:latin typeface="Calibri"/>
                <a:cs typeface="Calibri"/>
              </a:rPr>
              <a:t>documents</a:t>
            </a:r>
            <a:r>
              <a:rPr sz="1900" spc="35" dirty="0">
                <a:latin typeface="Calibri"/>
                <a:cs typeface="Calibri"/>
              </a:rPr>
              <a:t> </a:t>
            </a:r>
            <a:r>
              <a:rPr sz="1900" dirty="0">
                <a:latin typeface="Calibri"/>
                <a:cs typeface="Calibri"/>
              </a:rPr>
              <a:t>as</a:t>
            </a:r>
            <a:r>
              <a:rPr sz="1900" spc="10" dirty="0">
                <a:latin typeface="Calibri"/>
                <a:cs typeface="Calibri"/>
              </a:rPr>
              <a:t> </a:t>
            </a:r>
            <a:r>
              <a:rPr sz="1900" spc="-5" dirty="0">
                <a:latin typeface="Calibri"/>
                <a:cs typeface="Calibri"/>
              </a:rPr>
              <a:t>long </a:t>
            </a:r>
            <a:r>
              <a:rPr sz="1900" dirty="0">
                <a:latin typeface="Calibri"/>
                <a:cs typeface="Calibri"/>
              </a:rPr>
              <a:t>as </a:t>
            </a:r>
            <a:r>
              <a:rPr sz="1900" spc="-5" dirty="0">
                <a:latin typeface="Calibri"/>
                <a:cs typeface="Calibri"/>
              </a:rPr>
              <a:t>you</a:t>
            </a:r>
            <a:r>
              <a:rPr sz="1900" spc="-10" dirty="0">
                <a:latin typeface="Calibri"/>
                <a:cs typeface="Calibri"/>
              </a:rPr>
              <a:t> are </a:t>
            </a:r>
            <a:r>
              <a:rPr sz="1900" spc="-300" dirty="0">
                <a:latin typeface="Calibri"/>
                <a:cs typeface="Calibri"/>
              </a:rPr>
              <a:t> </a:t>
            </a:r>
            <a:r>
              <a:rPr sz="1900" spc="-10" dirty="0">
                <a:latin typeface="Calibri"/>
                <a:cs typeface="Calibri"/>
              </a:rPr>
              <a:t>connected,</a:t>
            </a:r>
            <a:r>
              <a:rPr sz="1900" spc="10" dirty="0">
                <a:latin typeface="Calibri"/>
                <a:cs typeface="Calibri"/>
              </a:rPr>
              <a:t> </a:t>
            </a:r>
            <a:r>
              <a:rPr sz="1900" spc="-5" dirty="0">
                <a:latin typeface="Calibri"/>
                <a:cs typeface="Calibri"/>
              </a:rPr>
              <a:t>you </a:t>
            </a:r>
            <a:r>
              <a:rPr sz="1900" spc="-10" dirty="0">
                <a:latin typeface="Calibri"/>
                <a:cs typeface="Calibri"/>
              </a:rPr>
              <a:t>are</a:t>
            </a:r>
            <a:r>
              <a:rPr sz="1900" spc="-5" dirty="0">
                <a:latin typeface="Calibri"/>
                <a:cs typeface="Calibri"/>
              </a:rPr>
              <a:t> not</a:t>
            </a:r>
            <a:r>
              <a:rPr sz="1900" dirty="0">
                <a:latin typeface="Calibri"/>
                <a:cs typeface="Calibri"/>
              </a:rPr>
              <a:t> in </a:t>
            </a:r>
            <a:r>
              <a:rPr sz="1900" spc="-5" dirty="0">
                <a:latin typeface="Calibri"/>
                <a:cs typeface="Calibri"/>
              </a:rPr>
              <a:t>danger</a:t>
            </a:r>
            <a:r>
              <a:rPr sz="1900" spc="5" dirty="0">
                <a:latin typeface="Calibri"/>
                <a:cs typeface="Calibri"/>
              </a:rPr>
              <a:t> </a:t>
            </a:r>
            <a:r>
              <a:rPr sz="1900" spc="-5" dirty="0">
                <a:latin typeface="Calibri"/>
                <a:cs typeface="Calibri"/>
              </a:rPr>
              <a:t>of</a:t>
            </a:r>
            <a:r>
              <a:rPr sz="1900" spc="-10" dirty="0">
                <a:latin typeface="Calibri"/>
                <a:cs typeface="Calibri"/>
              </a:rPr>
              <a:t> </a:t>
            </a:r>
            <a:r>
              <a:rPr sz="1900" spc="-5" dirty="0">
                <a:latin typeface="Calibri"/>
                <a:cs typeface="Calibri"/>
              </a:rPr>
              <a:t>having</a:t>
            </a:r>
            <a:r>
              <a:rPr sz="1900" spc="10" dirty="0">
                <a:latin typeface="Calibri"/>
                <a:cs typeface="Calibri"/>
              </a:rPr>
              <a:t> </a:t>
            </a:r>
            <a:r>
              <a:rPr sz="1900" dirty="0">
                <a:latin typeface="Calibri"/>
                <a:cs typeface="Calibri"/>
              </a:rPr>
              <a:t>an</a:t>
            </a:r>
            <a:r>
              <a:rPr sz="1900" spc="-10" dirty="0">
                <a:latin typeface="Calibri"/>
                <a:cs typeface="Calibri"/>
              </a:rPr>
              <a:t> outdated</a:t>
            </a:r>
            <a:r>
              <a:rPr sz="1900" spc="10" dirty="0">
                <a:latin typeface="Calibri"/>
                <a:cs typeface="Calibri"/>
              </a:rPr>
              <a:t> </a:t>
            </a:r>
            <a:r>
              <a:rPr sz="1900" spc="-5" dirty="0">
                <a:latin typeface="Calibri"/>
                <a:cs typeface="Calibri"/>
              </a:rPr>
              <a:t>version.</a:t>
            </a:r>
            <a:endParaRPr sz="1900" dirty="0">
              <a:latin typeface="Calibri"/>
              <a:cs typeface="Calibri"/>
            </a:endParaRPr>
          </a:p>
        </p:txBody>
      </p:sp>
      <p:sp>
        <p:nvSpPr>
          <p:cNvPr id="5" name="Footer Placeholder 4">
            <a:extLst>
              <a:ext uri="{FF2B5EF4-FFF2-40B4-BE49-F238E27FC236}">
                <a16:creationId xmlns:a16="http://schemas.microsoft.com/office/drawing/2014/main" id="{B4299AE2-F080-491E-8671-A44DA968F1D5}"/>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16907"/>
            <a:ext cx="4343400" cy="997068"/>
          </a:xfrm>
          <a:prstGeom prst="rect">
            <a:avLst/>
          </a:prstGeom>
        </p:spPr>
        <p:txBody>
          <a:bodyPr vert="horz" wrap="square" lIns="0" tIns="12065" rIns="0" bIns="0" rtlCol="0">
            <a:spAutoFit/>
          </a:bodyPr>
          <a:lstStyle/>
          <a:p>
            <a:pPr marL="12700" algn="ctr">
              <a:lnSpc>
                <a:spcPct val="100000"/>
              </a:lnSpc>
              <a:spcBef>
                <a:spcPts val="95"/>
              </a:spcBef>
            </a:pPr>
            <a:r>
              <a:rPr sz="3200" b="1" spc="-20" dirty="0"/>
              <a:t>Advantages</a:t>
            </a:r>
            <a:r>
              <a:rPr sz="3200" b="1" spc="15" dirty="0"/>
              <a:t> </a:t>
            </a:r>
            <a:r>
              <a:rPr sz="3200" b="1" spc="-5" dirty="0"/>
              <a:t>of </a:t>
            </a:r>
            <a:r>
              <a:rPr sz="3200" b="1" spc="-10" dirty="0"/>
              <a:t>Cloud</a:t>
            </a:r>
            <a:r>
              <a:rPr sz="3200" b="1" spc="15" dirty="0"/>
              <a:t> </a:t>
            </a:r>
            <a:r>
              <a:rPr sz="3200" b="1" spc="-10" dirty="0"/>
              <a:t>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21</a:t>
            </a:r>
          </a:p>
        </p:txBody>
      </p:sp>
      <p:sp>
        <p:nvSpPr>
          <p:cNvPr id="3" name="object 3"/>
          <p:cNvSpPr txBox="1"/>
          <p:nvPr/>
        </p:nvSpPr>
        <p:spPr>
          <a:xfrm>
            <a:off x="231140" y="927647"/>
            <a:ext cx="8504555" cy="3403600"/>
          </a:xfrm>
          <a:prstGeom prst="rect">
            <a:avLst/>
          </a:prstGeom>
        </p:spPr>
        <p:txBody>
          <a:bodyPr vert="horz" wrap="square" lIns="0" tIns="73660" rIns="0" bIns="0" rtlCol="0">
            <a:spAutoFit/>
          </a:bodyPr>
          <a:lstStyle/>
          <a:p>
            <a:pPr marL="355600" indent="-342900">
              <a:lnSpc>
                <a:spcPct val="100000"/>
              </a:lnSpc>
              <a:spcBef>
                <a:spcPts val="580"/>
              </a:spcBef>
              <a:buFont typeface="Arial MT"/>
              <a:buChar char="•"/>
              <a:tabLst>
                <a:tab pos="354965" algn="l"/>
                <a:tab pos="355600" algn="l"/>
              </a:tabLst>
            </a:pPr>
            <a:r>
              <a:rPr sz="2000" b="1" spc="-5" dirty="0">
                <a:latin typeface="Calibri"/>
                <a:cs typeface="Calibri"/>
              </a:rPr>
              <a:t>Easier</a:t>
            </a:r>
            <a:r>
              <a:rPr sz="2000" b="1" spc="-15" dirty="0">
                <a:latin typeface="Calibri"/>
                <a:cs typeface="Calibri"/>
              </a:rPr>
              <a:t> </a:t>
            </a:r>
            <a:r>
              <a:rPr sz="2000" b="1" spc="-5" dirty="0">
                <a:latin typeface="Calibri"/>
                <a:cs typeface="Calibri"/>
              </a:rPr>
              <a:t>group</a:t>
            </a:r>
            <a:r>
              <a:rPr sz="2000" b="1" spc="-10" dirty="0">
                <a:latin typeface="Calibri"/>
                <a:cs typeface="Calibri"/>
              </a:rPr>
              <a:t> collaboration</a:t>
            </a:r>
            <a:endParaRPr sz="2000" dirty="0">
              <a:latin typeface="Calibri"/>
              <a:cs typeface="Calibri"/>
            </a:endParaRPr>
          </a:p>
          <a:p>
            <a:pPr marL="756285" lvl="1" indent="-287020">
              <a:lnSpc>
                <a:spcPct val="100000"/>
              </a:lnSpc>
              <a:spcBef>
                <a:spcPts val="480"/>
              </a:spcBef>
              <a:buFont typeface="Arial MT"/>
              <a:buChar char="–"/>
              <a:tabLst>
                <a:tab pos="756285" algn="l"/>
                <a:tab pos="756920" algn="l"/>
              </a:tabLst>
            </a:pPr>
            <a:r>
              <a:rPr sz="2000" spc="-5" dirty="0">
                <a:latin typeface="Calibri"/>
                <a:cs typeface="Calibri"/>
              </a:rPr>
              <a:t>Sharing</a:t>
            </a:r>
            <a:r>
              <a:rPr sz="2000" spc="5" dirty="0">
                <a:latin typeface="Calibri"/>
                <a:cs typeface="Calibri"/>
              </a:rPr>
              <a:t> </a:t>
            </a:r>
            <a:r>
              <a:rPr sz="2000" spc="-5" dirty="0">
                <a:latin typeface="Calibri"/>
                <a:cs typeface="Calibri"/>
              </a:rPr>
              <a:t>documents leads</a:t>
            </a:r>
            <a:r>
              <a:rPr sz="2000" spc="20" dirty="0">
                <a:latin typeface="Calibri"/>
                <a:cs typeface="Calibri"/>
              </a:rPr>
              <a:t> </a:t>
            </a:r>
            <a:r>
              <a:rPr sz="2000" spc="-5" dirty="0">
                <a:latin typeface="Calibri"/>
                <a:cs typeface="Calibri"/>
              </a:rPr>
              <a:t>directly</a:t>
            </a:r>
            <a:r>
              <a:rPr sz="2000" dirty="0">
                <a:latin typeface="Calibri"/>
                <a:cs typeface="Calibri"/>
              </a:rPr>
              <a:t> </a:t>
            </a:r>
            <a:r>
              <a:rPr sz="2000" spc="-15" dirty="0">
                <a:latin typeface="Calibri"/>
                <a:cs typeface="Calibri"/>
              </a:rPr>
              <a:t>to</a:t>
            </a:r>
            <a:r>
              <a:rPr sz="2000" spc="10" dirty="0">
                <a:latin typeface="Calibri"/>
                <a:cs typeface="Calibri"/>
              </a:rPr>
              <a:t> </a:t>
            </a:r>
            <a:r>
              <a:rPr sz="2000" spc="-10" dirty="0">
                <a:latin typeface="Calibri"/>
                <a:cs typeface="Calibri"/>
              </a:rPr>
              <a:t>better</a:t>
            </a:r>
            <a:r>
              <a:rPr sz="2000" spc="15" dirty="0">
                <a:latin typeface="Calibri"/>
                <a:cs typeface="Calibri"/>
              </a:rPr>
              <a:t> </a:t>
            </a:r>
            <a:r>
              <a:rPr sz="2000" spc="-10" dirty="0">
                <a:latin typeface="Calibri"/>
                <a:cs typeface="Calibri"/>
              </a:rPr>
              <a:t>collaboration.</a:t>
            </a:r>
            <a:endParaRPr sz="2000" dirty="0">
              <a:latin typeface="Calibri"/>
              <a:cs typeface="Calibri"/>
            </a:endParaRPr>
          </a:p>
          <a:p>
            <a:pPr marL="756285" lvl="1" indent="-287020">
              <a:lnSpc>
                <a:spcPct val="100000"/>
              </a:lnSpc>
              <a:spcBef>
                <a:spcPts val="480"/>
              </a:spcBef>
              <a:buFont typeface="Arial MT"/>
              <a:buChar char="–"/>
              <a:tabLst>
                <a:tab pos="756285" algn="l"/>
                <a:tab pos="756920" algn="l"/>
              </a:tabLst>
            </a:pPr>
            <a:r>
              <a:rPr sz="2000" spc="-10" dirty="0">
                <a:latin typeface="Calibri"/>
                <a:cs typeface="Calibri"/>
              </a:rPr>
              <a:t>Many</a:t>
            </a:r>
            <a:r>
              <a:rPr sz="2000" spc="-15" dirty="0">
                <a:latin typeface="Calibri"/>
                <a:cs typeface="Calibri"/>
              </a:rPr>
              <a:t> users</a:t>
            </a:r>
            <a:r>
              <a:rPr sz="2000" spc="10" dirty="0">
                <a:latin typeface="Calibri"/>
                <a:cs typeface="Calibri"/>
              </a:rPr>
              <a:t> </a:t>
            </a:r>
            <a:r>
              <a:rPr sz="2000" spc="-5" dirty="0">
                <a:latin typeface="Calibri"/>
                <a:cs typeface="Calibri"/>
              </a:rPr>
              <a:t>do</a:t>
            </a:r>
            <a:r>
              <a:rPr sz="2000" spc="-15" dirty="0">
                <a:latin typeface="Calibri"/>
                <a:cs typeface="Calibri"/>
              </a:rPr>
              <a:t> </a:t>
            </a:r>
            <a:r>
              <a:rPr sz="2000" dirty="0">
                <a:latin typeface="Calibri"/>
                <a:cs typeface="Calibri"/>
              </a:rPr>
              <a:t>this</a:t>
            </a:r>
            <a:r>
              <a:rPr sz="2000" spc="10" dirty="0">
                <a:latin typeface="Calibri"/>
                <a:cs typeface="Calibri"/>
              </a:rPr>
              <a:t> </a:t>
            </a:r>
            <a:r>
              <a:rPr sz="2000" dirty="0">
                <a:latin typeface="Calibri"/>
                <a:cs typeface="Calibri"/>
              </a:rPr>
              <a:t>as</a:t>
            </a:r>
            <a:r>
              <a:rPr sz="2000" spc="5" dirty="0">
                <a:latin typeface="Calibri"/>
                <a:cs typeface="Calibri"/>
              </a:rPr>
              <a:t> </a:t>
            </a:r>
            <a:r>
              <a:rPr sz="2000" dirty="0">
                <a:latin typeface="Calibri"/>
                <a:cs typeface="Calibri"/>
              </a:rPr>
              <a:t>it </a:t>
            </a:r>
            <a:r>
              <a:rPr sz="2000" spc="-5" dirty="0">
                <a:latin typeface="Calibri"/>
                <a:cs typeface="Calibri"/>
              </a:rPr>
              <a:t>is</a:t>
            </a:r>
            <a:r>
              <a:rPr sz="2000" spc="15" dirty="0">
                <a:latin typeface="Calibri"/>
                <a:cs typeface="Calibri"/>
              </a:rPr>
              <a:t> </a:t>
            </a:r>
            <a:r>
              <a:rPr sz="2000" dirty="0">
                <a:latin typeface="Calibri"/>
                <a:cs typeface="Calibri"/>
              </a:rPr>
              <a:t>an </a:t>
            </a:r>
            <a:r>
              <a:rPr sz="2000" spc="-5" dirty="0">
                <a:latin typeface="Calibri"/>
                <a:cs typeface="Calibri"/>
              </a:rPr>
              <a:t>important</a:t>
            </a:r>
            <a:r>
              <a:rPr sz="2000" spc="20" dirty="0">
                <a:latin typeface="Calibri"/>
                <a:cs typeface="Calibri"/>
              </a:rPr>
              <a:t> </a:t>
            </a:r>
            <a:r>
              <a:rPr sz="2000" spc="-10" dirty="0">
                <a:latin typeface="Calibri"/>
                <a:cs typeface="Calibri"/>
              </a:rPr>
              <a:t>advantages </a:t>
            </a:r>
            <a:r>
              <a:rPr sz="2000" spc="-5" dirty="0">
                <a:latin typeface="Calibri"/>
                <a:cs typeface="Calibri"/>
              </a:rPr>
              <a:t>of cloud</a:t>
            </a:r>
            <a:r>
              <a:rPr sz="2000" spc="-15" dirty="0">
                <a:latin typeface="Calibri"/>
                <a:cs typeface="Calibri"/>
              </a:rPr>
              <a:t> </a:t>
            </a:r>
            <a:r>
              <a:rPr sz="2000" spc="-5" dirty="0">
                <a:latin typeface="Calibri"/>
                <a:cs typeface="Calibri"/>
              </a:rPr>
              <a:t>computing</a:t>
            </a:r>
            <a:endParaRPr sz="2000" dirty="0">
              <a:latin typeface="Calibri"/>
              <a:cs typeface="Calibri"/>
            </a:endParaRPr>
          </a:p>
          <a:p>
            <a:pPr marL="756285">
              <a:lnSpc>
                <a:spcPct val="100000"/>
              </a:lnSpc>
              <a:spcBef>
                <a:spcPts val="30"/>
              </a:spcBef>
            </a:pPr>
            <a:r>
              <a:rPr sz="1600" spc="-5" dirty="0">
                <a:latin typeface="Calibri"/>
                <a:cs typeface="Calibri"/>
              </a:rPr>
              <a:t>multiple</a:t>
            </a:r>
            <a:r>
              <a:rPr sz="1600" spc="-30" dirty="0">
                <a:latin typeface="Calibri"/>
                <a:cs typeface="Calibri"/>
              </a:rPr>
              <a:t> </a:t>
            </a:r>
            <a:r>
              <a:rPr sz="1600" spc="-15" dirty="0">
                <a:latin typeface="Calibri"/>
                <a:cs typeface="Calibri"/>
              </a:rPr>
              <a:t>users</a:t>
            </a:r>
            <a:r>
              <a:rPr sz="1600" spc="20" dirty="0">
                <a:latin typeface="Calibri"/>
                <a:cs typeface="Calibri"/>
              </a:rPr>
              <a:t> </a:t>
            </a:r>
            <a:r>
              <a:rPr sz="1600" spc="-10" dirty="0">
                <a:latin typeface="Calibri"/>
                <a:cs typeface="Calibri"/>
              </a:rPr>
              <a:t>can collaborate</a:t>
            </a:r>
            <a:r>
              <a:rPr sz="1600" dirty="0">
                <a:latin typeface="Calibri"/>
                <a:cs typeface="Calibri"/>
              </a:rPr>
              <a:t> </a:t>
            </a:r>
            <a:r>
              <a:rPr sz="1600" spc="-5" dirty="0">
                <a:latin typeface="Calibri"/>
                <a:cs typeface="Calibri"/>
              </a:rPr>
              <a:t>easily</a:t>
            </a:r>
            <a:r>
              <a:rPr sz="1600" dirty="0">
                <a:latin typeface="Calibri"/>
                <a:cs typeface="Calibri"/>
              </a:rPr>
              <a:t> </a:t>
            </a:r>
            <a:r>
              <a:rPr sz="1600" spc="-5" dirty="0">
                <a:latin typeface="Calibri"/>
                <a:cs typeface="Calibri"/>
              </a:rPr>
              <a:t>on</a:t>
            </a:r>
            <a:r>
              <a:rPr sz="1600" spc="5" dirty="0">
                <a:latin typeface="Calibri"/>
                <a:cs typeface="Calibri"/>
              </a:rPr>
              <a:t> </a:t>
            </a:r>
            <a:r>
              <a:rPr sz="1600" spc="-10" dirty="0">
                <a:latin typeface="Calibri"/>
                <a:cs typeface="Calibri"/>
              </a:rPr>
              <a:t>documents</a:t>
            </a:r>
            <a:r>
              <a:rPr sz="1600" spc="5" dirty="0">
                <a:latin typeface="Calibri"/>
                <a:cs typeface="Calibri"/>
              </a:rPr>
              <a:t> </a:t>
            </a:r>
            <a:r>
              <a:rPr sz="1600" spc="-5" dirty="0">
                <a:latin typeface="Calibri"/>
                <a:cs typeface="Calibri"/>
              </a:rPr>
              <a:t>and</a:t>
            </a:r>
            <a:r>
              <a:rPr sz="1600" spc="-15" dirty="0">
                <a:latin typeface="Calibri"/>
                <a:cs typeface="Calibri"/>
              </a:rPr>
              <a:t> </a:t>
            </a:r>
            <a:r>
              <a:rPr sz="1600" spc="-10" dirty="0">
                <a:latin typeface="Calibri"/>
                <a:cs typeface="Calibri"/>
              </a:rPr>
              <a:t>projects</a:t>
            </a:r>
            <a:endParaRPr sz="1600" dirty="0">
              <a:latin typeface="Calibri"/>
              <a:cs typeface="Calibri"/>
            </a:endParaRPr>
          </a:p>
          <a:p>
            <a:pPr marL="355600" indent="-342900">
              <a:lnSpc>
                <a:spcPct val="100000"/>
              </a:lnSpc>
              <a:spcBef>
                <a:spcPts val="409"/>
              </a:spcBef>
              <a:buFont typeface="Arial MT"/>
              <a:buChar char="•"/>
              <a:tabLst>
                <a:tab pos="354965" algn="l"/>
                <a:tab pos="355600" algn="l"/>
              </a:tabLst>
            </a:pPr>
            <a:r>
              <a:rPr sz="1800" b="1" spc="-5" dirty="0">
                <a:latin typeface="Calibri"/>
                <a:cs typeface="Calibri"/>
              </a:rPr>
              <a:t>Device</a:t>
            </a:r>
            <a:r>
              <a:rPr sz="1800" b="1" spc="-65" dirty="0">
                <a:latin typeface="Calibri"/>
                <a:cs typeface="Calibri"/>
              </a:rPr>
              <a:t> </a:t>
            </a:r>
            <a:r>
              <a:rPr sz="1800" b="1" spc="-5" dirty="0">
                <a:latin typeface="Calibri"/>
                <a:cs typeface="Calibri"/>
              </a:rPr>
              <a:t>independence</a:t>
            </a:r>
            <a:endParaRPr sz="1800" dirty="0">
              <a:latin typeface="Calibri"/>
              <a:cs typeface="Calibri"/>
            </a:endParaRPr>
          </a:p>
          <a:p>
            <a:pPr marL="756285" lvl="1" indent="-287020">
              <a:lnSpc>
                <a:spcPct val="100000"/>
              </a:lnSpc>
              <a:spcBef>
                <a:spcPts val="475"/>
              </a:spcBef>
              <a:buFont typeface="Arial MT"/>
              <a:buChar char="–"/>
              <a:tabLst>
                <a:tab pos="756285" algn="l"/>
                <a:tab pos="756920" algn="l"/>
              </a:tabLst>
            </a:pPr>
            <a:r>
              <a:rPr sz="2000" spc="-50" dirty="0">
                <a:latin typeface="Calibri"/>
                <a:cs typeface="Calibri"/>
              </a:rPr>
              <a:t>You</a:t>
            </a:r>
            <a:r>
              <a:rPr sz="2000" spc="-25" dirty="0">
                <a:latin typeface="Calibri"/>
                <a:cs typeface="Calibri"/>
              </a:rPr>
              <a:t> </a:t>
            </a:r>
            <a:r>
              <a:rPr sz="2000" spc="-10" dirty="0">
                <a:latin typeface="Calibri"/>
                <a:cs typeface="Calibri"/>
              </a:rPr>
              <a:t>are</a:t>
            </a:r>
            <a:r>
              <a:rPr sz="2000" dirty="0">
                <a:latin typeface="Calibri"/>
                <a:cs typeface="Calibri"/>
              </a:rPr>
              <a:t> </a:t>
            </a:r>
            <a:r>
              <a:rPr sz="2000" spc="-5" dirty="0">
                <a:latin typeface="Calibri"/>
                <a:cs typeface="Calibri"/>
              </a:rPr>
              <a:t>no</a:t>
            </a:r>
            <a:r>
              <a:rPr sz="2000" dirty="0">
                <a:latin typeface="Calibri"/>
                <a:cs typeface="Calibri"/>
              </a:rPr>
              <a:t> </a:t>
            </a:r>
            <a:r>
              <a:rPr sz="2000" spc="-5" dirty="0">
                <a:latin typeface="Calibri"/>
                <a:cs typeface="Calibri"/>
              </a:rPr>
              <a:t>longer</a:t>
            </a:r>
            <a:r>
              <a:rPr sz="2000" spc="-25" dirty="0">
                <a:latin typeface="Calibri"/>
                <a:cs typeface="Calibri"/>
              </a:rPr>
              <a:t> </a:t>
            </a:r>
            <a:r>
              <a:rPr sz="2000" spc="-10" dirty="0">
                <a:latin typeface="Calibri"/>
                <a:cs typeface="Calibri"/>
              </a:rPr>
              <a:t>tethered</a:t>
            </a:r>
            <a:r>
              <a:rPr sz="2000" spc="15" dirty="0">
                <a:latin typeface="Calibri"/>
                <a:cs typeface="Calibri"/>
              </a:rPr>
              <a:t> </a:t>
            </a:r>
            <a:r>
              <a:rPr sz="2000" spc="-15" dirty="0">
                <a:latin typeface="Calibri"/>
                <a:cs typeface="Calibri"/>
              </a:rPr>
              <a:t>to</a:t>
            </a:r>
            <a:r>
              <a:rPr sz="2000" dirty="0">
                <a:latin typeface="Calibri"/>
                <a:cs typeface="Calibri"/>
              </a:rPr>
              <a:t> a </a:t>
            </a:r>
            <a:r>
              <a:rPr sz="2000" spc="-5" dirty="0">
                <a:latin typeface="Calibri"/>
                <a:cs typeface="Calibri"/>
              </a:rPr>
              <a:t>single computer</a:t>
            </a:r>
            <a:r>
              <a:rPr sz="2000" spc="-10" dirty="0">
                <a:latin typeface="Calibri"/>
                <a:cs typeface="Calibri"/>
              </a:rPr>
              <a:t> </a:t>
            </a:r>
            <a:r>
              <a:rPr sz="2000" spc="-5" dirty="0">
                <a:latin typeface="Calibri"/>
                <a:cs typeface="Calibri"/>
              </a:rPr>
              <a:t>or</a:t>
            </a:r>
            <a:r>
              <a:rPr sz="2000" dirty="0">
                <a:latin typeface="Calibri"/>
                <a:cs typeface="Calibri"/>
              </a:rPr>
              <a:t> </a:t>
            </a:r>
            <a:r>
              <a:rPr sz="2000" spc="-10" dirty="0">
                <a:latin typeface="Calibri"/>
                <a:cs typeface="Calibri"/>
              </a:rPr>
              <a:t>network.</a:t>
            </a:r>
            <a:endParaRPr sz="2000" dirty="0">
              <a:latin typeface="Calibri"/>
              <a:cs typeface="Calibri"/>
            </a:endParaRPr>
          </a:p>
          <a:p>
            <a:pPr marL="756285" lvl="1" indent="-287020">
              <a:lnSpc>
                <a:spcPct val="100000"/>
              </a:lnSpc>
              <a:spcBef>
                <a:spcPts val="480"/>
              </a:spcBef>
              <a:buFont typeface="Arial MT"/>
              <a:buChar char="–"/>
              <a:tabLst>
                <a:tab pos="756285" algn="l"/>
                <a:tab pos="756920" algn="l"/>
              </a:tabLst>
            </a:pPr>
            <a:r>
              <a:rPr sz="2000" spc="-5" dirty="0">
                <a:latin typeface="Calibri"/>
                <a:cs typeface="Calibri"/>
              </a:rPr>
              <a:t>Changes</a:t>
            </a:r>
            <a:r>
              <a:rPr sz="2000" spc="-25" dirty="0">
                <a:latin typeface="Calibri"/>
                <a:cs typeface="Calibri"/>
              </a:rPr>
              <a:t> </a:t>
            </a:r>
            <a:r>
              <a:rPr sz="2000" spc="-15" dirty="0">
                <a:latin typeface="Calibri"/>
                <a:cs typeface="Calibri"/>
              </a:rPr>
              <a:t>to</a:t>
            </a:r>
            <a:r>
              <a:rPr sz="2000" dirty="0">
                <a:latin typeface="Calibri"/>
                <a:cs typeface="Calibri"/>
              </a:rPr>
              <a:t> </a:t>
            </a:r>
            <a:r>
              <a:rPr sz="2000" spc="-10" dirty="0">
                <a:latin typeface="Calibri"/>
                <a:cs typeface="Calibri"/>
              </a:rPr>
              <a:t>computers,</a:t>
            </a:r>
            <a:r>
              <a:rPr sz="2000" spc="-5" dirty="0">
                <a:latin typeface="Calibri"/>
                <a:cs typeface="Calibri"/>
              </a:rPr>
              <a:t> applications</a:t>
            </a:r>
            <a:r>
              <a:rPr sz="2000" spc="5" dirty="0">
                <a:latin typeface="Calibri"/>
                <a:cs typeface="Calibri"/>
              </a:rPr>
              <a:t> </a:t>
            </a:r>
            <a:r>
              <a:rPr sz="2000" dirty="0">
                <a:latin typeface="Calibri"/>
                <a:cs typeface="Calibri"/>
              </a:rPr>
              <a:t>and</a:t>
            </a:r>
            <a:r>
              <a:rPr sz="2000" spc="-5" dirty="0">
                <a:latin typeface="Calibri"/>
                <a:cs typeface="Calibri"/>
              </a:rPr>
              <a:t> documents </a:t>
            </a:r>
            <a:r>
              <a:rPr sz="2000" spc="-10" dirty="0">
                <a:latin typeface="Calibri"/>
                <a:cs typeface="Calibri"/>
              </a:rPr>
              <a:t>follow</a:t>
            </a:r>
            <a:r>
              <a:rPr sz="2000" dirty="0">
                <a:latin typeface="Calibri"/>
                <a:cs typeface="Calibri"/>
              </a:rPr>
              <a:t> </a:t>
            </a:r>
            <a:r>
              <a:rPr sz="2000" spc="-10" dirty="0">
                <a:latin typeface="Calibri"/>
                <a:cs typeface="Calibri"/>
              </a:rPr>
              <a:t>you</a:t>
            </a:r>
            <a:r>
              <a:rPr sz="2000" spc="-25" dirty="0">
                <a:latin typeface="Calibri"/>
                <a:cs typeface="Calibri"/>
              </a:rPr>
              <a:t> </a:t>
            </a:r>
            <a:r>
              <a:rPr sz="2000" spc="-5" dirty="0">
                <a:latin typeface="Calibri"/>
                <a:cs typeface="Calibri"/>
              </a:rPr>
              <a:t>through</a:t>
            </a:r>
            <a:r>
              <a:rPr sz="2000" spc="-15" dirty="0">
                <a:latin typeface="Calibri"/>
                <a:cs typeface="Calibri"/>
              </a:rPr>
              <a:t> </a:t>
            </a:r>
            <a:r>
              <a:rPr sz="2000" dirty="0">
                <a:latin typeface="Calibri"/>
                <a:cs typeface="Calibri"/>
              </a:rPr>
              <a:t>the</a:t>
            </a:r>
          </a:p>
          <a:p>
            <a:pPr marL="756285">
              <a:lnSpc>
                <a:spcPct val="100000"/>
              </a:lnSpc>
            </a:pPr>
            <a:r>
              <a:rPr sz="2000" spc="-5" dirty="0">
                <a:latin typeface="Calibri"/>
                <a:cs typeface="Calibri"/>
              </a:rPr>
              <a:t>cloud.</a:t>
            </a:r>
            <a:endParaRPr sz="2000" dirty="0">
              <a:latin typeface="Calibri"/>
              <a:cs typeface="Calibri"/>
            </a:endParaRPr>
          </a:p>
          <a:p>
            <a:pPr marL="756285" marR="241300" lvl="1" indent="-287020">
              <a:lnSpc>
                <a:spcPct val="100000"/>
              </a:lnSpc>
              <a:spcBef>
                <a:spcPts val="480"/>
              </a:spcBef>
              <a:buFont typeface="Arial MT"/>
              <a:buChar char="–"/>
              <a:tabLst>
                <a:tab pos="756285" algn="l"/>
                <a:tab pos="756920" algn="l"/>
              </a:tabLst>
            </a:pPr>
            <a:r>
              <a:rPr sz="2000" spc="-10" dirty="0">
                <a:latin typeface="Calibri"/>
                <a:cs typeface="Calibri"/>
              </a:rPr>
              <a:t>Move</a:t>
            </a:r>
            <a:r>
              <a:rPr sz="2000" dirty="0">
                <a:latin typeface="Calibri"/>
                <a:cs typeface="Calibri"/>
              </a:rPr>
              <a:t> </a:t>
            </a:r>
            <a:r>
              <a:rPr sz="2000" spc="-15" dirty="0">
                <a:latin typeface="Calibri"/>
                <a:cs typeface="Calibri"/>
              </a:rPr>
              <a:t>to</a:t>
            </a:r>
            <a:r>
              <a:rPr sz="2000" spc="-5" dirty="0">
                <a:latin typeface="Calibri"/>
                <a:cs typeface="Calibri"/>
              </a:rPr>
              <a:t> </a:t>
            </a:r>
            <a:r>
              <a:rPr sz="2000" dirty="0">
                <a:latin typeface="Calibri"/>
                <a:cs typeface="Calibri"/>
              </a:rPr>
              <a:t>a </a:t>
            </a:r>
            <a:r>
              <a:rPr sz="2000" spc="-5" dirty="0">
                <a:latin typeface="Calibri"/>
                <a:cs typeface="Calibri"/>
              </a:rPr>
              <a:t>portable</a:t>
            </a:r>
            <a:r>
              <a:rPr sz="2000" spc="5" dirty="0">
                <a:latin typeface="Calibri"/>
                <a:cs typeface="Calibri"/>
              </a:rPr>
              <a:t> </a:t>
            </a:r>
            <a:r>
              <a:rPr sz="2000" spc="-5" dirty="0">
                <a:latin typeface="Calibri"/>
                <a:cs typeface="Calibri"/>
              </a:rPr>
              <a:t>device,</a:t>
            </a:r>
            <a:r>
              <a:rPr sz="2000" spc="5" dirty="0">
                <a:latin typeface="Calibri"/>
                <a:cs typeface="Calibri"/>
              </a:rPr>
              <a:t> </a:t>
            </a:r>
            <a:r>
              <a:rPr sz="2000" dirty="0">
                <a:latin typeface="Calibri"/>
                <a:cs typeface="Calibri"/>
              </a:rPr>
              <a:t>and</a:t>
            </a:r>
            <a:r>
              <a:rPr sz="2000" spc="-10" dirty="0">
                <a:latin typeface="Calibri"/>
                <a:cs typeface="Calibri"/>
              </a:rPr>
              <a:t> your</a:t>
            </a:r>
            <a:r>
              <a:rPr sz="2000" spc="-20" dirty="0">
                <a:latin typeface="Calibri"/>
                <a:cs typeface="Calibri"/>
              </a:rPr>
              <a:t> </a:t>
            </a:r>
            <a:r>
              <a:rPr sz="2000" spc="-5" dirty="0">
                <a:latin typeface="Calibri"/>
                <a:cs typeface="Calibri"/>
              </a:rPr>
              <a:t>applications</a:t>
            </a:r>
            <a:r>
              <a:rPr sz="2000" spc="5" dirty="0">
                <a:latin typeface="Calibri"/>
                <a:cs typeface="Calibri"/>
              </a:rPr>
              <a:t> </a:t>
            </a:r>
            <a:r>
              <a:rPr sz="2000" dirty="0">
                <a:latin typeface="Calibri"/>
                <a:cs typeface="Calibri"/>
              </a:rPr>
              <a:t>and</a:t>
            </a:r>
            <a:r>
              <a:rPr sz="2000" spc="-5" dirty="0">
                <a:latin typeface="Calibri"/>
                <a:cs typeface="Calibri"/>
              </a:rPr>
              <a:t> documents </a:t>
            </a:r>
            <a:r>
              <a:rPr sz="2000" spc="-10" dirty="0">
                <a:latin typeface="Calibri"/>
                <a:cs typeface="Calibri"/>
              </a:rPr>
              <a:t>are</a:t>
            </a:r>
            <a:r>
              <a:rPr sz="2000" spc="15" dirty="0">
                <a:latin typeface="Calibri"/>
                <a:cs typeface="Calibri"/>
              </a:rPr>
              <a:t> </a:t>
            </a:r>
            <a:r>
              <a:rPr sz="2000" spc="-10" dirty="0">
                <a:latin typeface="Calibri"/>
                <a:cs typeface="Calibri"/>
              </a:rPr>
              <a:t>still </a:t>
            </a:r>
            <a:r>
              <a:rPr sz="2000" spc="-434" dirty="0">
                <a:latin typeface="Calibri"/>
                <a:cs typeface="Calibri"/>
              </a:rPr>
              <a:t> </a:t>
            </a:r>
            <a:r>
              <a:rPr sz="2000" spc="-10" dirty="0">
                <a:latin typeface="Calibri"/>
                <a:cs typeface="Calibri"/>
              </a:rPr>
              <a:t>available.</a:t>
            </a:r>
            <a:endParaRPr sz="2000" dirty="0">
              <a:latin typeface="Calibri"/>
              <a:cs typeface="Calibri"/>
            </a:endParaRPr>
          </a:p>
        </p:txBody>
      </p:sp>
      <p:sp>
        <p:nvSpPr>
          <p:cNvPr id="5" name="Footer Placeholder 4">
            <a:extLst>
              <a:ext uri="{FF2B5EF4-FFF2-40B4-BE49-F238E27FC236}">
                <a16:creationId xmlns:a16="http://schemas.microsoft.com/office/drawing/2014/main" id="{A76AC549-6EB8-7550-F808-5CF9078EAEDF}"/>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7336"/>
            <a:ext cx="5044566" cy="998350"/>
          </a:xfrm>
          <a:prstGeom prst="rect">
            <a:avLst/>
          </a:prstGeom>
        </p:spPr>
        <p:txBody>
          <a:bodyPr vert="horz" wrap="square" lIns="0" tIns="13335" rIns="0" bIns="0" rtlCol="0">
            <a:spAutoFit/>
          </a:bodyPr>
          <a:lstStyle/>
          <a:p>
            <a:pPr marL="12700" algn="ctr">
              <a:lnSpc>
                <a:spcPct val="100000"/>
              </a:lnSpc>
              <a:spcBef>
                <a:spcPts val="105"/>
              </a:spcBef>
            </a:pPr>
            <a:r>
              <a:rPr sz="3200" b="1" spc="-15" dirty="0"/>
              <a:t>Disadvantages</a:t>
            </a:r>
            <a:r>
              <a:rPr sz="3200" b="1" spc="-35" dirty="0"/>
              <a:t> </a:t>
            </a:r>
            <a:r>
              <a:rPr sz="3200" b="1" dirty="0"/>
              <a:t>of</a:t>
            </a:r>
            <a:r>
              <a:rPr sz="3200" b="1" spc="-50" dirty="0"/>
              <a:t> </a:t>
            </a:r>
            <a:r>
              <a:rPr sz="3200" b="1" spc="-5" dirty="0"/>
              <a:t>Cloud</a:t>
            </a:r>
            <a:r>
              <a:rPr sz="3200" b="1" spc="-25" dirty="0"/>
              <a:t> </a:t>
            </a:r>
            <a:r>
              <a:rPr sz="3200" b="1" dirty="0"/>
              <a:t>Computing</a:t>
            </a:r>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22</a:t>
            </a:r>
          </a:p>
        </p:txBody>
      </p:sp>
      <p:sp>
        <p:nvSpPr>
          <p:cNvPr id="3" name="object 3"/>
          <p:cNvSpPr txBox="1"/>
          <p:nvPr/>
        </p:nvSpPr>
        <p:spPr>
          <a:xfrm>
            <a:off x="231140" y="851045"/>
            <a:ext cx="8597265" cy="4383892"/>
          </a:xfrm>
          <a:prstGeom prst="rect">
            <a:avLst/>
          </a:prstGeom>
        </p:spPr>
        <p:txBody>
          <a:bodyPr vert="horz" wrap="square" lIns="0" tIns="74295" rIns="0" bIns="0" rtlCol="0">
            <a:spAutoFit/>
          </a:bodyPr>
          <a:lstStyle/>
          <a:p>
            <a:pPr marL="355600" indent="-342900">
              <a:lnSpc>
                <a:spcPct val="100000"/>
              </a:lnSpc>
              <a:spcBef>
                <a:spcPts val="585"/>
              </a:spcBef>
              <a:buFont typeface="Arial MT"/>
              <a:buChar char="•"/>
              <a:tabLst>
                <a:tab pos="354965" algn="l"/>
                <a:tab pos="355600" algn="l"/>
              </a:tabLst>
            </a:pPr>
            <a:r>
              <a:rPr sz="2000" b="1" spc="-10" dirty="0">
                <a:latin typeface="Calibri"/>
                <a:cs typeface="Calibri"/>
              </a:rPr>
              <a:t>Requires</a:t>
            </a:r>
            <a:r>
              <a:rPr sz="2000" b="1" spc="5" dirty="0">
                <a:latin typeface="Calibri"/>
                <a:cs typeface="Calibri"/>
              </a:rPr>
              <a:t> </a:t>
            </a:r>
            <a:r>
              <a:rPr sz="2000" b="1" spc="-5" dirty="0">
                <a:latin typeface="Calibri"/>
                <a:cs typeface="Calibri"/>
              </a:rPr>
              <a:t>a</a:t>
            </a:r>
            <a:r>
              <a:rPr sz="2000" b="1" dirty="0">
                <a:latin typeface="Calibri"/>
                <a:cs typeface="Calibri"/>
              </a:rPr>
              <a:t> </a:t>
            </a:r>
            <a:r>
              <a:rPr sz="2000" b="1" spc="-15" dirty="0">
                <a:latin typeface="Calibri"/>
                <a:cs typeface="Calibri"/>
              </a:rPr>
              <a:t>constant</a:t>
            </a:r>
            <a:r>
              <a:rPr sz="2000" b="1" spc="30" dirty="0">
                <a:latin typeface="Calibri"/>
                <a:cs typeface="Calibri"/>
              </a:rPr>
              <a:t> </a:t>
            </a:r>
            <a:r>
              <a:rPr sz="2000" b="1" spc="-10" dirty="0">
                <a:latin typeface="Calibri"/>
                <a:cs typeface="Calibri"/>
              </a:rPr>
              <a:t>internet</a:t>
            </a:r>
            <a:r>
              <a:rPr sz="2000" b="1" spc="-5" dirty="0">
                <a:latin typeface="Calibri"/>
                <a:cs typeface="Calibri"/>
              </a:rPr>
              <a:t> connection</a:t>
            </a:r>
            <a:endParaRPr sz="2000" dirty="0">
              <a:latin typeface="Calibri"/>
              <a:cs typeface="Calibri"/>
            </a:endParaRPr>
          </a:p>
          <a:p>
            <a:pPr marL="756285" lvl="1" indent="-287020">
              <a:lnSpc>
                <a:spcPct val="100000"/>
              </a:lnSpc>
              <a:spcBef>
                <a:spcPts val="409"/>
              </a:spcBef>
              <a:buFont typeface="Arial MT"/>
              <a:buChar char="–"/>
              <a:tabLst>
                <a:tab pos="756285" algn="l"/>
                <a:tab pos="756920" algn="l"/>
              </a:tabLst>
            </a:pPr>
            <a:r>
              <a:rPr sz="2000" spc="-5" dirty="0">
                <a:latin typeface="Calibri"/>
                <a:cs typeface="Calibri"/>
              </a:rPr>
              <a:t>Cloud </a:t>
            </a:r>
            <a:r>
              <a:rPr sz="2000" spc="-10" dirty="0">
                <a:latin typeface="Calibri"/>
                <a:cs typeface="Calibri"/>
              </a:rPr>
              <a:t>computing</a:t>
            </a:r>
            <a:r>
              <a:rPr sz="2000" spc="-5" dirty="0">
                <a:latin typeface="Calibri"/>
                <a:cs typeface="Calibri"/>
              </a:rPr>
              <a:t> is</a:t>
            </a:r>
            <a:r>
              <a:rPr sz="2000" spc="-10" dirty="0">
                <a:latin typeface="Calibri"/>
                <a:cs typeface="Calibri"/>
              </a:rPr>
              <a:t> </a:t>
            </a:r>
            <a:r>
              <a:rPr sz="2000" spc="-5" dirty="0">
                <a:latin typeface="Calibri"/>
                <a:cs typeface="Calibri"/>
              </a:rPr>
              <a:t>impossible</a:t>
            </a:r>
            <a:r>
              <a:rPr sz="2000" spc="5" dirty="0">
                <a:latin typeface="Calibri"/>
                <a:cs typeface="Calibri"/>
              </a:rPr>
              <a:t> </a:t>
            </a:r>
            <a:r>
              <a:rPr sz="2000" spc="-5" dirty="0">
                <a:latin typeface="Calibri"/>
                <a:cs typeface="Calibri"/>
              </a:rPr>
              <a:t>if </a:t>
            </a:r>
            <a:r>
              <a:rPr sz="2000" spc="-15" dirty="0">
                <a:latin typeface="Calibri"/>
                <a:cs typeface="Calibri"/>
              </a:rPr>
              <a:t>you</a:t>
            </a:r>
            <a:r>
              <a:rPr sz="2000" spc="20" dirty="0">
                <a:latin typeface="Calibri"/>
                <a:cs typeface="Calibri"/>
              </a:rPr>
              <a:t> </a:t>
            </a:r>
            <a:r>
              <a:rPr sz="2000" spc="-10" dirty="0">
                <a:latin typeface="Calibri"/>
                <a:cs typeface="Calibri"/>
              </a:rPr>
              <a:t>cannot</a:t>
            </a:r>
            <a:r>
              <a:rPr sz="2000" spc="5" dirty="0">
                <a:latin typeface="Calibri"/>
                <a:cs typeface="Calibri"/>
              </a:rPr>
              <a:t> </a:t>
            </a:r>
            <a:r>
              <a:rPr sz="2000" spc="-10" dirty="0">
                <a:latin typeface="Calibri"/>
                <a:cs typeface="Calibri"/>
              </a:rPr>
              <a:t>connect</a:t>
            </a:r>
            <a:r>
              <a:rPr sz="2000" spc="15" dirty="0">
                <a:latin typeface="Calibri"/>
                <a:cs typeface="Calibri"/>
              </a:rPr>
              <a:t> </a:t>
            </a:r>
            <a:r>
              <a:rPr sz="2000" spc="-10" dirty="0">
                <a:latin typeface="Calibri"/>
                <a:cs typeface="Calibri"/>
              </a:rPr>
              <a:t>to</a:t>
            </a:r>
            <a:r>
              <a:rPr sz="2000" spc="10" dirty="0">
                <a:latin typeface="Calibri"/>
                <a:cs typeface="Calibri"/>
              </a:rPr>
              <a:t> </a:t>
            </a:r>
            <a:r>
              <a:rPr sz="2000" spc="-5" dirty="0">
                <a:latin typeface="Calibri"/>
                <a:cs typeface="Calibri"/>
              </a:rPr>
              <a:t>the</a:t>
            </a:r>
            <a:r>
              <a:rPr sz="2000" dirty="0">
                <a:latin typeface="Calibri"/>
                <a:cs typeface="Calibri"/>
              </a:rPr>
              <a:t> </a:t>
            </a:r>
            <a:r>
              <a:rPr sz="2000" spc="-10" dirty="0">
                <a:latin typeface="Calibri"/>
                <a:cs typeface="Calibri"/>
              </a:rPr>
              <a:t>Internet.</a:t>
            </a:r>
            <a:endParaRPr sz="2000" dirty="0">
              <a:latin typeface="Calibri"/>
              <a:cs typeface="Calibri"/>
            </a:endParaRPr>
          </a:p>
          <a:p>
            <a:pPr marL="756285" marR="181610" lvl="1" indent="-287020">
              <a:lnSpc>
                <a:spcPct val="100000"/>
              </a:lnSpc>
              <a:spcBef>
                <a:spcPts val="385"/>
              </a:spcBef>
              <a:buFont typeface="Arial MT"/>
              <a:buChar char="–"/>
              <a:tabLst>
                <a:tab pos="756285" algn="l"/>
                <a:tab pos="756920" algn="l"/>
              </a:tabLst>
            </a:pPr>
            <a:r>
              <a:rPr sz="2000" spc="-5" dirty="0">
                <a:latin typeface="Calibri"/>
                <a:cs typeface="Calibri"/>
              </a:rPr>
              <a:t>Since</a:t>
            </a:r>
            <a:r>
              <a:rPr sz="2000" dirty="0">
                <a:latin typeface="Calibri"/>
                <a:cs typeface="Calibri"/>
              </a:rPr>
              <a:t> </a:t>
            </a:r>
            <a:r>
              <a:rPr sz="2000" spc="-15" dirty="0">
                <a:latin typeface="Calibri"/>
                <a:cs typeface="Calibri"/>
              </a:rPr>
              <a:t>you</a:t>
            </a:r>
            <a:r>
              <a:rPr sz="2000" spc="15" dirty="0">
                <a:latin typeface="Calibri"/>
                <a:cs typeface="Calibri"/>
              </a:rPr>
              <a:t> </a:t>
            </a:r>
            <a:r>
              <a:rPr sz="2000" spc="-10" dirty="0">
                <a:latin typeface="Calibri"/>
                <a:cs typeface="Calibri"/>
              </a:rPr>
              <a:t>use</a:t>
            </a:r>
            <a:r>
              <a:rPr sz="2000" spc="10" dirty="0">
                <a:latin typeface="Calibri"/>
                <a:cs typeface="Calibri"/>
              </a:rPr>
              <a:t> </a:t>
            </a:r>
            <a:r>
              <a:rPr sz="2000" spc="-5" dirty="0">
                <a:latin typeface="Calibri"/>
                <a:cs typeface="Calibri"/>
              </a:rPr>
              <a:t>the</a:t>
            </a:r>
            <a:r>
              <a:rPr sz="2000" dirty="0">
                <a:latin typeface="Calibri"/>
                <a:cs typeface="Calibri"/>
              </a:rPr>
              <a:t> </a:t>
            </a:r>
            <a:r>
              <a:rPr sz="2000" spc="-10" dirty="0">
                <a:latin typeface="Calibri"/>
                <a:cs typeface="Calibri"/>
              </a:rPr>
              <a:t>Internet</a:t>
            </a:r>
            <a:r>
              <a:rPr sz="2000" spc="15" dirty="0">
                <a:latin typeface="Calibri"/>
                <a:cs typeface="Calibri"/>
              </a:rPr>
              <a:t> </a:t>
            </a:r>
            <a:r>
              <a:rPr sz="2000" spc="-10" dirty="0">
                <a:latin typeface="Calibri"/>
                <a:cs typeface="Calibri"/>
              </a:rPr>
              <a:t>to</a:t>
            </a:r>
            <a:r>
              <a:rPr sz="2000" spc="10" dirty="0">
                <a:latin typeface="Calibri"/>
                <a:cs typeface="Calibri"/>
              </a:rPr>
              <a:t> </a:t>
            </a:r>
            <a:r>
              <a:rPr sz="2000" spc="-10" dirty="0">
                <a:latin typeface="Calibri"/>
                <a:cs typeface="Calibri"/>
              </a:rPr>
              <a:t>connect</a:t>
            </a:r>
            <a:r>
              <a:rPr sz="2000" spc="15" dirty="0">
                <a:latin typeface="Calibri"/>
                <a:cs typeface="Calibri"/>
              </a:rPr>
              <a:t> </a:t>
            </a:r>
            <a:r>
              <a:rPr sz="2000" spc="-10" dirty="0">
                <a:latin typeface="Calibri"/>
                <a:cs typeface="Calibri"/>
              </a:rPr>
              <a:t>to</a:t>
            </a:r>
            <a:r>
              <a:rPr sz="2000" spc="10" dirty="0">
                <a:latin typeface="Calibri"/>
                <a:cs typeface="Calibri"/>
              </a:rPr>
              <a:t> </a:t>
            </a:r>
            <a:r>
              <a:rPr sz="2000" spc="-5" dirty="0">
                <a:latin typeface="Calibri"/>
                <a:cs typeface="Calibri"/>
              </a:rPr>
              <a:t>both</a:t>
            </a:r>
            <a:r>
              <a:rPr sz="2000" dirty="0">
                <a:latin typeface="Calibri"/>
                <a:cs typeface="Calibri"/>
              </a:rPr>
              <a:t> </a:t>
            </a:r>
            <a:r>
              <a:rPr sz="2000" spc="-15" dirty="0">
                <a:latin typeface="Calibri"/>
                <a:cs typeface="Calibri"/>
              </a:rPr>
              <a:t>your</a:t>
            </a:r>
            <a:r>
              <a:rPr sz="2000" spc="30" dirty="0">
                <a:latin typeface="Calibri"/>
                <a:cs typeface="Calibri"/>
              </a:rPr>
              <a:t> </a:t>
            </a:r>
            <a:r>
              <a:rPr sz="2000" spc="-10" dirty="0">
                <a:latin typeface="Calibri"/>
                <a:cs typeface="Calibri"/>
              </a:rPr>
              <a:t>applications</a:t>
            </a:r>
            <a:r>
              <a:rPr sz="2000" spc="-20" dirty="0">
                <a:latin typeface="Calibri"/>
                <a:cs typeface="Calibri"/>
              </a:rPr>
              <a:t> </a:t>
            </a:r>
            <a:r>
              <a:rPr sz="2000" spc="-5" dirty="0">
                <a:latin typeface="Calibri"/>
                <a:cs typeface="Calibri"/>
              </a:rPr>
              <a:t>and</a:t>
            </a:r>
            <a:r>
              <a:rPr sz="2000" dirty="0">
                <a:latin typeface="Calibri"/>
                <a:cs typeface="Calibri"/>
              </a:rPr>
              <a:t> </a:t>
            </a:r>
            <a:r>
              <a:rPr sz="2000" spc="-10" dirty="0">
                <a:latin typeface="Calibri"/>
                <a:cs typeface="Calibri"/>
              </a:rPr>
              <a:t>documents,</a:t>
            </a:r>
            <a:r>
              <a:rPr sz="2000" spc="10" dirty="0">
                <a:latin typeface="Calibri"/>
                <a:cs typeface="Calibri"/>
              </a:rPr>
              <a:t> </a:t>
            </a:r>
            <a:r>
              <a:rPr sz="2000" spc="-5" dirty="0">
                <a:latin typeface="Calibri"/>
                <a:cs typeface="Calibri"/>
              </a:rPr>
              <a:t>if </a:t>
            </a:r>
            <a:r>
              <a:rPr sz="2000" spc="-15" dirty="0">
                <a:latin typeface="Calibri"/>
                <a:cs typeface="Calibri"/>
              </a:rPr>
              <a:t>you</a:t>
            </a:r>
            <a:r>
              <a:rPr sz="2000" spc="25" dirty="0">
                <a:latin typeface="Calibri"/>
                <a:cs typeface="Calibri"/>
              </a:rPr>
              <a:t> </a:t>
            </a:r>
            <a:r>
              <a:rPr sz="2000" spc="-5" dirty="0">
                <a:latin typeface="Calibri"/>
                <a:cs typeface="Calibri"/>
              </a:rPr>
              <a:t>do</a:t>
            </a:r>
            <a:r>
              <a:rPr sz="2000" spc="15" dirty="0">
                <a:latin typeface="Calibri"/>
                <a:cs typeface="Calibri"/>
              </a:rPr>
              <a:t> </a:t>
            </a:r>
            <a:r>
              <a:rPr sz="2000" spc="-10" dirty="0">
                <a:latin typeface="Calibri"/>
                <a:cs typeface="Calibri"/>
              </a:rPr>
              <a:t>not </a:t>
            </a:r>
            <a:r>
              <a:rPr sz="2000" spc="-350" dirty="0">
                <a:latin typeface="Calibri"/>
                <a:cs typeface="Calibri"/>
              </a:rPr>
              <a:t> </a:t>
            </a:r>
            <a:r>
              <a:rPr sz="2000" spc="-15" dirty="0">
                <a:latin typeface="Calibri"/>
                <a:cs typeface="Calibri"/>
              </a:rPr>
              <a:t>have</a:t>
            </a:r>
            <a:r>
              <a:rPr sz="2000" dirty="0">
                <a:latin typeface="Calibri"/>
                <a:cs typeface="Calibri"/>
              </a:rPr>
              <a:t> </a:t>
            </a:r>
            <a:r>
              <a:rPr sz="2000" spc="-5" dirty="0">
                <a:latin typeface="Calibri"/>
                <a:cs typeface="Calibri"/>
              </a:rPr>
              <a:t>an</a:t>
            </a:r>
            <a:r>
              <a:rPr sz="2000" dirty="0">
                <a:latin typeface="Calibri"/>
                <a:cs typeface="Calibri"/>
              </a:rPr>
              <a:t> </a:t>
            </a:r>
            <a:r>
              <a:rPr sz="2000" spc="-10" dirty="0">
                <a:latin typeface="Calibri"/>
                <a:cs typeface="Calibri"/>
              </a:rPr>
              <a:t>Internet</a:t>
            </a:r>
            <a:r>
              <a:rPr sz="2000" dirty="0">
                <a:latin typeface="Calibri"/>
                <a:cs typeface="Calibri"/>
              </a:rPr>
              <a:t> </a:t>
            </a:r>
            <a:r>
              <a:rPr sz="2000" spc="-10" dirty="0">
                <a:latin typeface="Calibri"/>
                <a:cs typeface="Calibri"/>
              </a:rPr>
              <a:t>connection</a:t>
            </a:r>
            <a:r>
              <a:rPr sz="2000" spc="20" dirty="0">
                <a:latin typeface="Calibri"/>
                <a:cs typeface="Calibri"/>
              </a:rPr>
              <a:t> </a:t>
            </a:r>
            <a:r>
              <a:rPr sz="2000" spc="-15" dirty="0">
                <a:latin typeface="Calibri"/>
                <a:cs typeface="Calibri"/>
              </a:rPr>
              <a:t>you</a:t>
            </a:r>
            <a:r>
              <a:rPr sz="2000" spc="10" dirty="0">
                <a:latin typeface="Calibri"/>
                <a:cs typeface="Calibri"/>
              </a:rPr>
              <a:t> </a:t>
            </a:r>
            <a:r>
              <a:rPr sz="2000" spc="-10" dirty="0">
                <a:latin typeface="Calibri"/>
                <a:cs typeface="Calibri"/>
              </a:rPr>
              <a:t>cannot</a:t>
            </a:r>
            <a:r>
              <a:rPr sz="2000" dirty="0">
                <a:latin typeface="Calibri"/>
                <a:cs typeface="Calibri"/>
              </a:rPr>
              <a:t> </a:t>
            </a:r>
            <a:r>
              <a:rPr sz="2000" spc="-5" dirty="0">
                <a:latin typeface="Calibri"/>
                <a:cs typeface="Calibri"/>
              </a:rPr>
              <a:t>access</a:t>
            </a:r>
            <a:r>
              <a:rPr sz="2000" spc="10" dirty="0">
                <a:latin typeface="Calibri"/>
                <a:cs typeface="Calibri"/>
              </a:rPr>
              <a:t> </a:t>
            </a:r>
            <a:r>
              <a:rPr sz="2000" spc="-5" dirty="0">
                <a:latin typeface="Calibri"/>
                <a:cs typeface="Calibri"/>
              </a:rPr>
              <a:t>anything,</a:t>
            </a:r>
            <a:r>
              <a:rPr sz="2000" spc="-25" dirty="0">
                <a:latin typeface="Calibri"/>
                <a:cs typeface="Calibri"/>
              </a:rPr>
              <a:t> </a:t>
            </a:r>
            <a:r>
              <a:rPr sz="2000" spc="-10" dirty="0">
                <a:latin typeface="Calibri"/>
                <a:cs typeface="Calibri"/>
              </a:rPr>
              <a:t>even</a:t>
            </a:r>
            <a:r>
              <a:rPr sz="2000" spc="20" dirty="0">
                <a:latin typeface="Calibri"/>
                <a:cs typeface="Calibri"/>
              </a:rPr>
              <a:t> </a:t>
            </a:r>
            <a:r>
              <a:rPr sz="2000" spc="-15" dirty="0">
                <a:latin typeface="Calibri"/>
                <a:cs typeface="Calibri"/>
              </a:rPr>
              <a:t>your</a:t>
            </a:r>
            <a:r>
              <a:rPr sz="2000" spc="25" dirty="0">
                <a:latin typeface="Calibri"/>
                <a:cs typeface="Calibri"/>
              </a:rPr>
              <a:t> </a:t>
            </a:r>
            <a:r>
              <a:rPr sz="2000" spc="-10" dirty="0">
                <a:latin typeface="Calibri"/>
                <a:cs typeface="Calibri"/>
              </a:rPr>
              <a:t>own</a:t>
            </a:r>
            <a:r>
              <a:rPr sz="2000" spc="20" dirty="0">
                <a:latin typeface="Calibri"/>
                <a:cs typeface="Calibri"/>
              </a:rPr>
              <a:t> </a:t>
            </a:r>
            <a:r>
              <a:rPr sz="2000" spc="-10" dirty="0">
                <a:latin typeface="Calibri"/>
                <a:cs typeface="Calibri"/>
              </a:rPr>
              <a:t>documents.</a:t>
            </a:r>
            <a:endParaRPr sz="2000" dirty="0">
              <a:latin typeface="Calibri"/>
              <a:cs typeface="Calibri"/>
            </a:endParaRPr>
          </a:p>
          <a:p>
            <a:pPr marL="756285" marR="5080" lvl="1" indent="-287020">
              <a:lnSpc>
                <a:spcPct val="100000"/>
              </a:lnSpc>
              <a:spcBef>
                <a:spcPts val="384"/>
              </a:spcBef>
              <a:buFont typeface="Arial MT"/>
              <a:buChar char="–"/>
              <a:tabLst>
                <a:tab pos="756285" algn="l"/>
                <a:tab pos="756920" algn="l"/>
              </a:tabLst>
            </a:pPr>
            <a:r>
              <a:rPr sz="2000" spc="-5" dirty="0">
                <a:latin typeface="Calibri"/>
                <a:cs typeface="Calibri"/>
              </a:rPr>
              <a:t>A</a:t>
            </a:r>
            <a:r>
              <a:rPr sz="2000" dirty="0">
                <a:latin typeface="Calibri"/>
                <a:cs typeface="Calibri"/>
              </a:rPr>
              <a:t> </a:t>
            </a:r>
            <a:r>
              <a:rPr sz="2000" spc="-10" dirty="0">
                <a:latin typeface="Calibri"/>
                <a:cs typeface="Calibri"/>
              </a:rPr>
              <a:t>dead</a:t>
            </a:r>
            <a:r>
              <a:rPr sz="2000" dirty="0">
                <a:latin typeface="Calibri"/>
                <a:cs typeface="Calibri"/>
              </a:rPr>
              <a:t> </a:t>
            </a:r>
            <a:r>
              <a:rPr sz="2000" spc="-10" dirty="0">
                <a:latin typeface="Calibri"/>
                <a:cs typeface="Calibri"/>
              </a:rPr>
              <a:t>Internet</a:t>
            </a:r>
            <a:r>
              <a:rPr sz="2000" spc="10" dirty="0">
                <a:latin typeface="Calibri"/>
                <a:cs typeface="Calibri"/>
              </a:rPr>
              <a:t> </a:t>
            </a:r>
            <a:r>
              <a:rPr sz="2000" spc="-10" dirty="0">
                <a:latin typeface="Calibri"/>
                <a:cs typeface="Calibri"/>
              </a:rPr>
              <a:t>connection</a:t>
            </a:r>
            <a:r>
              <a:rPr sz="2000" spc="15" dirty="0">
                <a:latin typeface="Calibri"/>
                <a:cs typeface="Calibri"/>
              </a:rPr>
              <a:t> </a:t>
            </a:r>
            <a:r>
              <a:rPr sz="2000" spc="-5" dirty="0">
                <a:latin typeface="Calibri"/>
                <a:cs typeface="Calibri"/>
              </a:rPr>
              <a:t>means</a:t>
            </a:r>
            <a:r>
              <a:rPr sz="2000" spc="10" dirty="0">
                <a:latin typeface="Calibri"/>
                <a:cs typeface="Calibri"/>
              </a:rPr>
              <a:t> </a:t>
            </a:r>
            <a:r>
              <a:rPr sz="2000" spc="-5" dirty="0">
                <a:latin typeface="Calibri"/>
                <a:cs typeface="Calibri"/>
              </a:rPr>
              <a:t>no</a:t>
            </a:r>
            <a:r>
              <a:rPr sz="2000" spc="10" dirty="0">
                <a:latin typeface="Calibri"/>
                <a:cs typeface="Calibri"/>
              </a:rPr>
              <a:t> </a:t>
            </a:r>
            <a:r>
              <a:rPr sz="2000" spc="-10" dirty="0">
                <a:latin typeface="Calibri"/>
                <a:cs typeface="Calibri"/>
              </a:rPr>
              <a:t>work</a:t>
            </a:r>
            <a:r>
              <a:rPr sz="2000" spc="20" dirty="0">
                <a:latin typeface="Calibri"/>
                <a:cs typeface="Calibri"/>
              </a:rPr>
              <a:t> </a:t>
            </a:r>
            <a:r>
              <a:rPr sz="2000" spc="-5" dirty="0">
                <a:latin typeface="Calibri"/>
                <a:cs typeface="Calibri"/>
              </a:rPr>
              <a:t>and</a:t>
            </a:r>
            <a:r>
              <a:rPr sz="2000" dirty="0">
                <a:latin typeface="Calibri"/>
                <a:cs typeface="Calibri"/>
              </a:rPr>
              <a:t> in</a:t>
            </a:r>
            <a:r>
              <a:rPr sz="2000" spc="-15" dirty="0">
                <a:latin typeface="Calibri"/>
                <a:cs typeface="Calibri"/>
              </a:rPr>
              <a:t> </a:t>
            </a:r>
            <a:r>
              <a:rPr sz="2000" spc="-10" dirty="0">
                <a:latin typeface="Calibri"/>
                <a:cs typeface="Calibri"/>
              </a:rPr>
              <a:t>areas</a:t>
            </a:r>
            <a:r>
              <a:rPr sz="2000" spc="15" dirty="0">
                <a:latin typeface="Calibri"/>
                <a:cs typeface="Calibri"/>
              </a:rPr>
              <a:t> </a:t>
            </a:r>
            <a:r>
              <a:rPr sz="2000" spc="-10" dirty="0">
                <a:latin typeface="Calibri"/>
                <a:cs typeface="Calibri"/>
              </a:rPr>
              <a:t>where</a:t>
            </a:r>
            <a:r>
              <a:rPr sz="2000" spc="35" dirty="0">
                <a:latin typeface="Calibri"/>
                <a:cs typeface="Calibri"/>
              </a:rPr>
              <a:t> </a:t>
            </a:r>
            <a:r>
              <a:rPr sz="2000" spc="-10" dirty="0">
                <a:latin typeface="Calibri"/>
                <a:cs typeface="Calibri"/>
              </a:rPr>
              <a:t>Internet</a:t>
            </a:r>
            <a:r>
              <a:rPr sz="2000" spc="10" dirty="0">
                <a:latin typeface="Calibri"/>
                <a:cs typeface="Calibri"/>
              </a:rPr>
              <a:t> </a:t>
            </a:r>
            <a:r>
              <a:rPr sz="2000" spc="-10" dirty="0">
                <a:latin typeface="Calibri"/>
                <a:cs typeface="Calibri"/>
              </a:rPr>
              <a:t>connections</a:t>
            </a:r>
            <a:r>
              <a:rPr sz="2000" spc="15" dirty="0">
                <a:latin typeface="Calibri"/>
                <a:cs typeface="Calibri"/>
              </a:rPr>
              <a:t> </a:t>
            </a:r>
            <a:r>
              <a:rPr sz="2000" spc="-15" dirty="0">
                <a:latin typeface="Calibri"/>
                <a:cs typeface="Calibri"/>
              </a:rPr>
              <a:t>are</a:t>
            </a:r>
            <a:r>
              <a:rPr sz="2000" spc="25" dirty="0">
                <a:latin typeface="Calibri"/>
                <a:cs typeface="Calibri"/>
              </a:rPr>
              <a:t> </a:t>
            </a:r>
            <a:r>
              <a:rPr sz="2000" spc="-20" dirty="0">
                <a:latin typeface="Calibri"/>
                <a:cs typeface="Calibri"/>
              </a:rPr>
              <a:t>few</a:t>
            </a:r>
            <a:r>
              <a:rPr sz="2000" spc="5" dirty="0">
                <a:latin typeface="Calibri"/>
                <a:cs typeface="Calibri"/>
              </a:rPr>
              <a:t> </a:t>
            </a:r>
            <a:r>
              <a:rPr sz="2000" spc="-10" dirty="0">
                <a:latin typeface="Calibri"/>
                <a:cs typeface="Calibri"/>
              </a:rPr>
              <a:t>or </a:t>
            </a:r>
            <a:r>
              <a:rPr sz="2000" spc="-345" dirty="0">
                <a:latin typeface="Calibri"/>
                <a:cs typeface="Calibri"/>
              </a:rPr>
              <a:t> </a:t>
            </a:r>
            <a:r>
              <a:rPr sz="2000" spc="-10" dirty="0">
                <a:latin typeface="Calibri"/>
                <a:cs typeface="Calibri"/>
              </a:rPr>
              <a:t>inherently</a:t>
            </a:r>
            <a:r>
              <a:rPr sz="2000" spc="-5" dirty="0">
                <a:latin typeface="Calibri"/>
                <a:cs typeface="Calibri"/>
              </a:rPr>
              <a:t> unreliable, this</a:t>
            </a:r>
            <a:r>
              <a:rPr sz="2000" spc="-15" dirty="0">
                <a:latin typeface="Calibri"/>
                <a:cs typeface="Calibri"/>
              </a:rPr>
              <a:t> </a:t>
            </a:r>
            <a:r>
              <a:rPr sz="2000" spc="-10" dirty="0">
                <a:latin typeface="Calibri"/>
                <a:cs typeface="Calibri"/>
              </a:rPr>
              <a:t>could </a:t>
            </a:r>
            <a:r>
              <a:rPr sz="2000" spc="-5" dirty="0">
                <a:latin typeface="Calibri"/>
                <a:cs typeface="Calibri"/>
              </a:rPr>
              <a:t>be</a:t>
            </a:r>
            <a:r>
              <a:rPr sz="2000" spc="10" dirty="0">
                <a:latin typeface="Calibri"/>
                <a:cs typeface="Calibri"/>
              </a:rPr>
              <a:t> </a:t>
            </a:r>
            <a:r>
              <a:rPr sz="2000" spc="-5" dirty="0">
                <a:latin typeface="Calibri"/>
                <a:cs typeface="Calibri"/>
              </a:rPr>
              <a:t>a</a:t>
            </a:r>
            <a:r>
              <a:rPr sz="2000" spc="-10" dirty="0">
                <a:latin typeface="Calibri"/>
                <a:cs typeface="Calibri"/>
              </a:rPr>
              <a:t> </a:t>
            </a:r>
            <a:r>
              <a:rPr sz="2000" spc="-25" dirty="0">
                <a:latin typeface="Calibri"/>
                <a:cs typeface="Calibri"/>
              </a:rPr>
              <a:t>deal-breaker.</a:t>
            </a:r>
            <a:endParaRPr sz="2000" dirty="0">
              <a:latin typeface="Calibri"/>
              <a:cs typeface="Calibri"/>
            </a:endParaRPr>
          </a:p>
          <a:p>
            <a:pPr marL="355600" indent="-342900">
              <a:lnSpc>
                <a:spcPct val="100000"/>
              </a:lnSpc>
              <a:spcBef>
                <a:spcPts val="430"/>
              </a:spcBef>
              <a:buFont typeface="Arial MT"/>
              <a:buChar char="•"/>
              <a:tabLst>
                <a:tab pos="354965" algn="l"/>
                <a:tab pos="355600" algn="l"/>
              </a:tabLst>
            </a:pPr>
            <a:r>
              <a:rPr sz="2000" b="1" spc="-5" dirty="0">
                <a:latin typeface="Calibri"/>
                <a:cs typeface="Calibri"/>
              </a:rPr>
              <a:t>Does</a:t>
            </a:r>
            <a:r>
              <a:rPr sz="2000" b="1" spc="15" dirty="0">
                <a:latin typeface="Calibri"/>
                <a:cs typeface="Calibri"/>
              </a:rPr>
              <a:t> </a:t>
            </a:r>
            <a:r>
              <a:rPr sz="2000" b="1" spc="-5" dirty="0">
                <a:latin typeface="Calibri"/>
                <a:cs typeface="Calibri"/>
              </a:rPr>
              <a:t>not</a:t>
            </a:r>
            <a:r>
              <a:rPr sz="2000" b="1" spc="10" dirty="0">
                <a:latin typeface="Calibri"/>
                <a:cs typeface="Calibri"/>
              </a:rPr>
              <a:t> </a:t>
            </a:r>
            <a:r>
              <a:rPr sz="2000" b="1" spc="-5" dirty="0">
                <a:latin typeface="Calibri"/>
                <a:cs typeface="Calibri"/>
              </a:rPr>
              <a:t>work</a:t>
            </a:r>
            <a:r>
              <a:rPr sz="2000" b="1" spc="5" dirty="0">
                <a:latin typeface="Calibri"/>
                <a:cs typeface="Calibri"/>
              </a:rPr>
              <a:t> </a:t>
            </a:r>
            <a:r>
              <a:rPr sz="2000" b="1" spc="-10" dirty="0">
                <a:latin typeface="Calibri"/>
                <a:cs typeface="Calibri"/>
              </a:rPr>
              <a:t>well</a:t>
            </a:r>
            <a:r>
              <a:rPr sz="2000" b="1" spc="-15" dirty="0">
                <a:latin typeface="Calibri"/>
                <a:cs typeface="Calibri"/>
              </a:rPr>
              <a:t> </a:t>
            </a:r>
            <a:r>
              <a:rPr sz="2000" b="1" spc="-5" dirty="0">
                <a:latin typeface="Calibri"/>
                <a:cs typeface="Calibri"/>
              </a:rPr>
              <a:t>with low-speed</a:t>
            </a:r>
            <a:r>
              <a:rPr sz="2000" b="1" spc="30" dirty="0">
                <a:latin typeface="Calibri"/>
                <a:cs typeface="Calibri"/>
              </a:rPr>
              <a:t> </a:t>
            </a:r>
            <a:r>
              <a:rPr sz="2000" b="1" spc="-10" dirty="0">
                <a:latin typeface="Calibri"/>
                <a:cs typeface="Calibri"/>
              </a:rPr>
              <a:t>connections</a:t>
            </a:r>
            <a:endParaRPr sz="2000" dirty="0">
              <a:latin typeface="Calibri"/>
              <a:cs typeface="Calibri"/>
            </a:endParaRPr>
          </a:p>
          <a:p>
            <a:pPr marL="756285" marR="401320" lvl="1" indent="-287020">
              <a:lnSpc>
                <a:spcPct val="100000"/>
              </a:lnSpc>
              <a:spcBef>
                <a:spcPts val="409"/>
              </a:spcBef>
              <a:buFont typeface="Arial MT"/>
              <a:buChar char="–"/>
              <a:tabLst>
                <a:tab pos="756285" algn="l"/>
                <a:tab pos="756920" algn="l"/>
              </a:tabLst>
            </a:pPr>
            <a:r>
              <a:rPr sz="2000" spc="-15" dirty="0">
                <a:latin typeface="Calibri"/>
                <a:cs typeface="Calibri"/>
              </a:rPr>
              <a:t>Similarly,</a:t>
            </a:r>
            <a:r>
              <a:rPr sz="2000" spc="-20" dirty="0">
                <a:latin typeface="Calibri"/>
                <a:cs typeface="Calibri"/>
              </a:rPr>
              <a:t> </a:t>
            </a:r>
            <a:r>
              <a:rPr sz="2000" spc="-5" dirty="0">
                <a:latin typeface="Calibri"/>
                <a:cs typeface="Calibri"/>
              </a:rPr>
              <a:t>a</a:t>
            </a:r>
            <a:r>
              <a:rPr sz="2000" spc="10" dirty="0">
                <a:latin typeface="Calibri"/>
                <a:cs typeface="Calibri"/>
              </a:rPr>
              <a:t> </a:t>
            </a:r>
            <a:r>
              <a:rPr sz="2000" spc="-10" dirty="0">
                <a:latin typeface="Calibri"/>
                <a:cs typeface="Calibri"/>
              </a:rPr>
              <a:t>low-speed</a:t>
            </a:r>
            <a:r>
              <a:rPr sz="2000" spc="30" dirty="0">
                <a:latin typeface="Calibri"/>
                <a:cs typeface="Calibri"/>
              </a:rPr>
              <a:t> </a:t>
            </a:r>
            <a:r>
              <a:rPr sz="2000" spc="-10" dirty="0">
                <a:latin typeface="Calibri"/>
                <a:cs typeface="Calibri"/>
              </a:rPr>
              <a:t>Internet</a:t>
            </a:r>
            <a:r>
              <a:rPr sz="2000" spc="15" dirty="0">
                <a:latin typeface="Calibri"/>
                <a:cs typeface="Calibri"/>
              </a:rPr>
              <a:t> </a:t>
            </a:r>
            <a:r>
              <a:rPr sz="2000" spc="-10" dirty="0">
                <a:latin typeface="Calibri"/>
                <a:cs typeface="Calibri"/>
              </a:rPr>
              <a:t>connection,</a:t>
            </a:r>
            <a:r>
              <a:rPr sz="2000" spc="25" dirty="0">
                <a:latin typeface="Calibri"/>
                <a:cs typeface="Calibri"/>
              </a:rPr>
              <a:t> </a:t>
            </a:r>
            <a:r>
              <a:rPr sz="2000" spc="-10" dirty="0">
                <a:latin typeface="Calibri"/>
                <a:cs typeface="Calibri"/>
              </a:rPr>
              <a:t>such</a:t>
            </a:r>
            <a:r>
              <a:rPr sz="2000" spc="10" dirty="0">
                <a:latin typeface="Calibri"/>
                <a:cs typeface="Calibri"/>
              </a:rPr>
              <a:t> </a:t>
            </a:r>
            <a:r>
              <a:rPr sz="2000" spc="-5" dirty="0">
                <a:latin typeface="Calibri"/>
                <a:cs typeface="Calibri"/>
              </a:rPr>
              <a:t>as </a:t>
            </a:r>
            <a:r>
              <a:rPr sz="2000" spc="-10" dirty="0">
                <a:latin typeface="Calibri"/>
                <a:cs typeface="Calibri"/>
              </a:rPr>
              <a:t>that</a:t>
            </a:r>
            <a:r>
              <a:rPr sz="2000" dirty="0">
                <a:latin typeface="Calibri"/>
                <a:cs typeface="Calibri"/>
              </a:rPr>
              <a:t> </a:t>
            </a:r>
            <a:r>
              <a:rPr sz="2000" spc="-15" dirty="0">
                <a:latin typeface="Calibri"/>
                <a:cs typeface="Calibri"/>
              </a:rPr>
              <a:t>found</a:t>
            </a:r>
            <a:r>
              <a:rPr sz="2000" spc="20" dirty="0">
                <a:latin typeface="Calibri"/>
                <a:cs typeface="Calibri"/>
              </a:rPr>
              <a:t> </a:t>
            </a:r>
            <a:r>
              <a:rPr sz="2000" spc="-5" dirty="0">
                <a:latin typeface="Calibri"/>
                <a:cs typeface="Calibri"/>
              </a:rPr>
              <a:t>with</a:t>
            </a:r>
            <a:r>
              <a:rPr sz="2000" spc="-10" dirty="0">
                <a:latin typeface="Calibri"/>
                <a:cs typeface="Calibri"/>
              </a:rPr>
              <a:t> </a:t>
            </a:r>
            <a:r>
              <a:rPr sz="2000" dirty="0">
                <a:latin typeface="Calibri"/>
                <a:cs typeface="Calibri"/>
              </a:rPr>
              <a:t>dial-up</a:t>
            </a:r>
            <a:r>
              <a:rPr sz="2000" spc="-15" dirty="0">
                <a:latin typeface="Calibri"/>
                <a:cs typeface="Calibri"/>
              </a:rPr>
              <a:t> </a:t>
            </a:r>
            <a:r>
              <a:rPr sz="2000" spc="-5" dirty="0">
                <a:latin typeface="Calibri"/>
                <a:cs typeface="Calibri"/>
              </a:rPr>
              <a:t>services,</a:t>
            </a:r>
            <a:r>
              <a:rPr sz="2000" spc="40" dirty="0">
                <a:latin typeface="Calibri"/>
                <a:cs typeface="Calibri"/>
              </a:rPr>
              <a:t> </a:t>
            </a:r>
            <a:r>
              <a:rPr sz="2000" spc="-15" dirty="0">
                <a:latin typeface="Calibri"/>
                <a:cs typeface="Calibri"/>
              </a:rPr>
              <a:t>makes </a:t>
            </a:r>
            <a:r>
              <a:rPr sz="2000" spc="-350" dirty="0">
                <a:latin typeface="Calibri"/>
                <a:cs typeface="Calibri"/>
              </a:rPr>
              <a:t> </a:t>
            </a:r>
            <a:r>
              <a:rPr sz="2000" spc="-5" dirty="0">
                <a:latin typeface="Calibri"/>
                <a:cs typeface="Calibri"/>
              </a:rPr>
              <a:t>cloud </a:t>
            </a:r>
            <a:r>
              <a:rPr sz="2000" spc="-10" dirty="0">
                <a:latin typeface="Calibri"/>
                <a:cs typeface="Calibri"/>
              </a:rPr>
              <a:t>computing painful</a:t>
            </a:r>
            <a:r>
              <a:rPr sz="2000" spc="-20" dirty="0">
                <a:latin typeface="Calibri"/>
                <a:cs typeface="Calibri"/>
              </a:rPr>
              <a:t> </a:t>
            </a:r>
            <a:r>
              <a:rPr sz="2000" spc="-10" dirty="0">
                <a:latin typeface="Calibri"/>
                <a:cs typeface="Calibri"/>
              </a:rPr>
              <a:t>at best</a:t>
            </a:r>
            <a:r>
              <a:rPr sz="2000" spc="-5" dirty="0">
                <a:latin typeface="Calibri"/>
                <a:cs typeface="Calibri"/>
              </a:rPr>
              <a:t> and</a:t>
            </a:r>
            <a:r>
              <a:rPr sz="2000" spc="-15" dirty="0">
                <a:latin typeface="Calibri"/>
                <a:cs typeface="Calibri"/>
              </a:rPr>
              <a:t> </a:t>
            </a:r>
            <a:r>
              <a:rPr sz="2000" spc="-10" dirty="0">
                <a:latin typeface="Calibri"/>
                <a:cs typeface="Calibri"/>
              </a:rPr>
              <a:t>often</a:t>
            </a:r>
            <a:r>
              <a:rPr sz="2000" spc="10" dirty="0">
                <a:latin typeface="Calibri"/>
                <a:cs typeface="Calibri"/>
              </a:rPr>
              <a:t> </a:t>
            </a:r>
            <a:r>
              <a:rPr sz="2000" spc="-5" dirty="0">
                <a:latin typeface="Calibri"/>
                <a:cs typeface="Calibri"/>
              </a:rPr>
              <a:t>impossible.</a:t>
            </a:r>
            <a:endParaRPr sz="2000" dirty="0">
              <a:latin typeface="Calibri"/>
              <a:cs typeface="Calibri"/>
            </a:endParaRPr>
          </a:p>
          <a:p>
            <a:pPr marL="756285" lvl="1" indent="-287020">
              <a:lnSpc>
                <a:spcPct val="100000"/>
              </a:lnSpc>
              <a:spcBef>
                <a:spcPts val="385"/>
              </a:spcBef>
              <a:buFont typeface="Arial MT"/>
              <a:buChar char="–"/>
              <a:tabLst>
                <a:tab pos="756285" algn="l"/>
                <a:tab pos="756920" algn="l"/>
              </a:tabLst>
            </a:pPr>
            <a:r>
              <a:rPr sz="2000" spc="-15" dirty="0">
                <a:latin typeface="Calibri"/>
                <a:cs typeface="Calibri"/>
              </a:rPr>
              <a:t>Web-based</a:t>
            </a:r>
            <a:r>
              <a:rPr sz="2000" spc="10" dirty="0">
                <a:latin typeface="Calibri"/>
                <a:cs typeface="Calibri"/>
              </a:rPr>
              <a:t> </a:t>
            </a:r>
            <a:r>
              <a:rPr sz="2000" spc="-10" dirty="0">
                <a:latin typeface="Calibri"/>
                <a:cs typeface="Calibri"/>
              </a:rPr>
              <a:t>applications</a:t>
            </a:r>
            <a:r>
              <a:rPr sz="2000" spc="-20" dirty="0">
                <a:latin typeface="Calibri"/>
                <a:cs typeface="Calibri"/>
              </a:rPr>
              <a:t> </a:t>
            </a:r>
            <a:r>
              <a:rPr sz="2000" spc="-10" dirty="0">
                <a:latin typeface="Calibri"/>
                <a:cs typeface="Calibri"/>
              </a:rPr>
              <a:t>require</a:t>
            </a:r>
            <a:r>
              <a:rPr sz="2000" spc="35" dirty="0">
                <a:latin typeface="Calibri"/>
                <a:cs typeface="Calibri"/>
              </a:rPr>
              <a:t> </a:t>
            </a:r>
            <a:r>
              <a:rPr sz="2000" spc="-5" dirty="0">
                <a:latin typeface="Calibri"/>
                <a:cs typeface="Calibri"/>
              </a:rPr>
              <a:t>a lot</a:t>
            </a:r>
            <a:r>
              <a:rPr sz="2000" dirty="0">
                <a:latin typeface="Calibri"/>
                <a:cs typeface="Calibri"/>
              </a:rPr>
              <a:t> </a:t>
            </a:r>
            <a:r>
              <a:rPr sz="2000" spc="-5" dirty="0">
                <a:latin typeface="Calibri"/>
                <a:cs typeface="Calibri"/>
              </a:rPr>
              <a:t>of</a:t>
            </a:r>
            <a:r>
              <a:rPr sz="2000" spc="20" dirty="0">
                <a:latin typeface="Calibri"/>
                <a:cs typeface="Calibri"/>
              </a:rPr>
              <a:t> </a:t>
            </a:r>
            <a:r>
              <a:rPr sz="2000" spc="-5" dirty="0">
                <a:latin typeface="Calibri"/>
                <a:cs typeface="Calibri"/>
              </a:rPr>
              <a:t>bandwidth</a:t>
            </a:r>
            <a:r>
              <a:rPr sz="2000" spc="-10" dirty="0">
                <a:latin typeface="Calibri"/>
                <a:cs typeface="Calibri"/>
              </a:rPr>
              <a:t> to</a:t>
            </a:r>
            <a:r>
              <a:rPr sz="2000" dirty="0">
                <a:latin typeface="Calibri"/>
                <a:cs typeface="Calibri"/>
              </a:rPr>
              <a:t> </a:t>
            </a:r>
            <a:r>
              <a:rPr sz="2000" spc="-10" dirty="0">
                <a:latin typeface="Calibri"/>
                <a:cs typeface="Calibri"/>
              </a:rPr>
              <a:t>download,</a:t>
            </a:r>
            <a:r>
              <a:rPr sz="2000" spc="25" dirty="0">
                <a:latin typeface="Calibri"/>
                <a:cs typeface="Calibri"/>
              </a:rPr>
              <a:t> </a:t>
            </a:r>
            <a:r>
              <a:rPr sz="2000" spc="-5" dirty="0">
                <a:latin typeface="Calibri"/>
                <a:cs typeface="Calibri"/>
              </a:rPr>
              <a:t>as</a:t>
            </a:r>
            <a:r>
              <a:rPr sz="2000" spc="10" dirty="0">
                <a:latin typeface="Calibri"/>
                <a:cs typeface="Calibri"/>
              </a:rPr>
              <a:t> </a:t>
            </a:r>
            <a:r>
              <a:rPr sz="2000" spc="-5" dirty="0">
                <a:latin typeface="Calibri"/>
                <a:cs typeface="Calibri"/>
              </a:rPr>
              <a:t>do</a:t>
            </a:r>
            <a:r>
              <a:rPr sz="2000" dirty="0">
                <a:latin typeface="Calibri"/>
                <a:cs typeface="Calibri"/>
              </a:rPr>
              <a:t> </a:t>
            </a:r>
            <a:r>
              <a:rPr sz="2000" spc="-10" dirty="0">
                <a:latin typeface="Calibri"/>
                <a:cs typeface="Calibri"/>
              </a:rPr>
              <a:t>large</a:t>
            </a:r>
            <a:r>
              <a:rPr sz="2000" spc="5" dirty="0">
                <a:latin typeface="Calibri"/>
                <a:cs typeface="Calibri"/>
              </a:rPr>
              <a:t> </a:t>
            </a:r>
            <a:r>
              <a:rPr sz="2000" spc="-10" dirty="0">
                <a:latin typeface="Calibri"/>
                <a:cs typeface="Calibri"/>
              </a:rPr>
              <a:t>documents.</a:t>
            </a:r>
            <a:endParaRPr sz="2000" dirty="0">
              <a:latin typeface="Calibri"/>
              <a:cs typeface="Calibri"/>
            </a:endParaRPr>
          </a:p>
        </p:txBody>
      </p:sp>
      <p:sp>
        <p:nvSpPr>
          <p:cNvPr id="5" name="Footer Placeholder 4">
            <a:extLst>
              <a:ext uri="{FF2B5EF4-FFF2-40B4-BE49-F238E27FC236}">
                <a16:creationId xmlns:a16="http://schemas.microsoft.com/office/drawing/2014/main" id="{230F9CA2-59CF-8798-0777-CABAF3DCA5F6}"/>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16907"/>
            <a:ext cx="4648200" cy="997068"/>
          </a:xfrm>
          <a:prstGeom prst="rect">
            <a:avLst/>
          </a:prstGeom>
        </p:spPr>
        <p:txBody>
          <a:bodyPr vert="horz" wrap="square" lIns="0" tIns="12065" rIns="0" bIns="0" rtlCol="0">
            <a:spAutoFit/>
          </a:bodyPr>
          <a:lstStyle/>
          <a:p>
            <a:pPr marL="12700" algn="ctr">
              <a:lnSpc>
                <a:spcPct val="100000"/>
              </a:lnSpc>
              <a:spcBef>
                <a:spcPts val="95"/>
              </a:spcBef>
            </a:pPr>
            <a:r>
              <a:rPr sz="3200" b="1" spc="-15" dirty="0"/>
              <a:t>Disadvantages</a:t>
            </a:r>
            <a:r>
              <a:rPr sz="3200" b="1" spc="5" dirty="0"/>
              <a:t> </a:t>
            </a:r>
            <a:r>
              <a:rPr sz="3200" b="1" spc="-5" dirty="0"/>
              <a:t>of</a:t>
            </a:r>
            <a:r>
              <a:rPr sz="3200" b="1" spc="-15" dirty="0"/>
              <a:t> </a:t>
            </a:r>
            <a:r>
              <a:rPr sz="3200" b="1" spc="-10" dirty="0"/>
              <a:t>Cloud 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23</a:t>
            </a:r>
          </a:p>
        </p:txBody>
      </p:sp>
      <p:sp>
        <p:nvSpPr>
          <p:cNvPr id="3" name="object 3"/>
          <p:cNvSpPr txBox="1"/>
          <p:nvPr/>
        </p:nvSpPr>
        <p:spPr>
          <a:xfrm>
            <a:off x="535938" y="929401"/>
            <a:ext cx="8059420" cy="3640099"/>
          </a:xfrm>
          <a:prstGeom prst="rect">
            <a:avLst/>
          </a:prstGeom>
        </p:spPr>
        <p:txBody>
          <a:bodyPr vert="horz" wrap="square" lIns="0" tIns="43180" rIns="0" bIns="0" rtlCol="0">
            <a:spAutoFit/>
          </a:bodyPr>
          <a:lstStyle/>
          <a:p>
            <a:pPr marL="355600" indent="-343535">
              <a:lnSpc>
                <a:spcPct val="100000"/>
              </a:lnSpc>
              <a:spcBef>
                <a:spcPts val="340"/>
              </a:spcBef>
              <a:buFont typeface="Arial MT"/>
              <a:buChar char="•"/>
              <a:tabLst>
                <a:tab pos="355600" algn="l"/>
                <a:tab pos="356235" algn="l"/>
              </a:tabLst>
            </a:pPr>
            <a:r>
              <a:rPr b="1" spc="-10" dirty="0">
                <a:latin typeface="Calibri"/>
                <a:cs typeface="Calibri"/>
              </a:rPr>
              <a:t>Features</a:t>
            </a:r>
            <a:r>
              <a:rPr b="1" dirty="0">
                <a:latin typeface="Calibri"/>
                <a:cs typeface="Calibri"/>
              </a:rPr>
              <a:t> </a:t>
            </a:r>
            <a:r>
              <a:rPr b="1" spc="-10" dirty="0">
                <a:latin typeface="Calibri"/>
                <a:cs typeface="Calibri"/>
              </a:rPr>
              <a:t>might</a:t>
            </a:r>
            <a:r>
              <a:rPr b="1" spc="-20" dirty="0">
                <a:latin typeface="Calibri"/>
                <a:cs typeface="Calibri"/>
              </a:rPr>
              <a:t> </a:t>
            </a:r>
            <a:r>
              <a:rPr b="1" spc="-5" dirty="0">
                <a:latin typeface="Calibri"/>
                <a:cs typeface="Calibri"/>
              </a:rPr>
              <a:t>be</a:t>
            </a:r>
            <a:r>
              <a:rPr b="1" dirty="0">
                <a:latin typeface="Calibri"/>
                <a:cs typeface="Calibri"/>
              </a:rPr>
              <a:t> </a:t>
            </a:r>
            <a:r>
              <a:rPr b="1" spc="-10" dirty="0">
                <a:latin typeface="Calibri"/>
                <a:cs typeface="Calibri"/>
              </a:rPr>
              <a:t>limited</a:t>
            </a:r>
            <a:endParaRPr dirty="0">
              <a:latin typeface="Calibri"/>
              <a:cs typeface="Calibri"/>
            </a:endParaRPr>
          </a:p>
          <a:p>
            <a:pPr marL="756285" marR="208279" lvl="1" indent="-287020">
              <a:lnSpc>
                <a:spcPts val="1839"/>
              </a:lnSpc>
              <a:spcBef>
                <a:spcPts val="455"/>
              </a:spcBef>
              <a:buFont typeface="Arial MT"/>
              <a:buChar char="–"/>
              <a:tabLst>
                <a:tab pos="756285" algn="l"/>
                <a:tab pos="756920" algn="l"/>
              </a:tabLst>
            </a:pPr>
            <a:r>
              <a:rPr dirty="0">
                <a:latin typeface="Calibri"/>
                <a:cs typeface="Calibri"/>
              </a:rPr>
              <a:t>This</a:t>
            </a:r>
            <a:r>
              <a:rPr spc="-35" dirty="0">
                <a:latin typeface="Calibri"/>
                <a:cs typeface="Calibri"/>
              </a:rPr>
              <a:t> </a:t>
            </a:r>
            <a:r>
              <a:rPr spc="-5" dirty="0">
                <a:latin typeface="Calibri"/>
                <a:cs typeface="Calibri"/>
              </a:rPr>
              <a:t>situation </a:t>
            </a:r>
            <a:r>
              <a:rPr dirty="0">
                <a:latin typeface="Calibri"/>
                <a:cs typeface="Calibri"/>
              </a:rPr>
              <a:t>is</a:t>
            </a:r>
            <a:r>
              <a:rPr spc="-35" dirty="0">
                <a:latin typeface="Calibri"/>
                <a:cs typeface="Calibri"/>
              </a:rPr>
              <a:t> </a:t>
            </a:r>
            <a:r>
              <a:rPr dirty="0">
                <a:latin typeface="Calibri"/>
                <a:cs typeface="Calibri"/>
              </a:rPr>
              <a:t>bound</a:t>
            </a:r>
            <a:r>
              <a:rPr spc="-5" dirty="0">
                <a:latin typeface="Calibri"/>
                <a:cs typeface="Calibri"/>
              </a:rPr>
              <a:t> to</a:t>
            </a:r>
            <a:r>
              <a:rPr spc="-40" dirty="0">
                <a:latin typeface="Calibri"/>
                <a:cs typeface="Calibri"/>
              </a:rPr>
              <a:t> </a:t>
            </a:r>
            <a:r>
              <a:rPr dirty="0">
                <a:latin typeface="Calibri"/>
                <a:cs typeface="Calibri"/>
              </a:rPr>
              <a:t>change,</a:t>
            </a:r>
            <a:r>
              <a:rPr spc="-10" dirty="0">
                <a:latin typeface="Calibri"/>
                <a:cs typeface="Calibri"/>
              </a:rPr>
              <a:t> </a:t>
            </a:r>
            <a:r>
              <a:rPr dirty="0">
                <a:latin typeface="Calibri"/>
                <a:cs typeface="Calibri"/>
              </a:rPr>
              <a:t>but</a:t>
            </a:r>
            <a:r>
              <a:rPr spc="-20" dirty="0">
                <a:latin typeface="Calibri"/>
                <a:cs typeface="Calibri"/>
              </a:rPr>
              <a:t> </a:t>
            </a:r>
            <a:r>
              <a:rPr spc="-10" dirty="0">
                <a:latin typeface="Calibri"/>
                <a:cs typeface="Calibri"/>
              </a:rPr>
              <a:t>today</a:t>
            </a:r>
            <a:r>
              <a:rPr spc="-15" dirty="0">
                <a:latin typeface="Calibri"/>
                <a:cs typeface="Calibri"/>
              </a:rPr>
              <a:t> </a:t>
            </a:r>
            <a:r>
              <a:rPr spc="-10" dirty="0">
                <a:latin typeface="Calibri"/>
                <a:cs typeface="Calibri"/>
              </a:rPr>
              <a:t>many</a:t>
            </a:r>
            <a:r>
              <a:rPr spc="10" dirty="0">
                <a:latin typeface="Calibri"/>
                <a:cs typeface="Calibri"/>
              </a:rPr>
              <a:t> </a:t>
            </a:r>
            <a:r>
              <a:rPr dirty="0">
                <a:latin typeface="Calibri"/>
                <a:cs typeface="Calibri"/>
              </a:rPr>
              <a:t>web-based</a:t>
            </a:r>
            <a:r>
              <a:rPr spc="-40" dirty="0">
                <a:latin typeface="Calibri"/>
                <a:cs typeface="Calibri"/>
              </a:rPr>
              <a:t> </a:t>
            </a:r>
            <a:r>
              <a:rPr spc="-5" dirty="0">
                <a:latin typeface="Calibri"/>
                <a:cs typeface="Calibri"/>
              </a:rPr>
              <a:t>applications</a:t>
            </a:r>
            <a:r>
              <a:rPr spc="-45" dirty="0">
                <a:latin typeface="Calibri"/>
                <a:cs typeface="Calibri"/>
              </a:rPr>
              <a:t> </a:t>
            </a:r>
            <a:r>
              <a:rPr dirty="0">
                <a:latin typeface="Calibri"/>
                <a:cs typeface="Calibri"/>
              </a:rPr>
              <a:t>simply </a:t>
            </a:r>
            <a:r>
              <a:rPr spc="-370" dirty="0">
                <a:latin typeface="Calibri"/>
                <a:cs typeface="Calibri"/>
              </a:rPr>
              <a:t> </a:t>
            </a:r>
            <a:r>
              <a:rPr spc="-5" dirty="0">
                <a:latin typeface="Calibri"/>
                <a:cs typeface="Calibri"/>
              </a:rPr>
              <a:t>are</a:t>
            </a:r>
            <a:r>
              <a:rPr spc="-10" dirty="0">
                <a:latin typeface="Calibri"/>
                <a:cs typeface="Calibri"/>
              </a:rPr>
              <a:t> </a:t>
            </a:r>
            <a:r>
              <a:rPr dirty="0">
                <a:latin typeface="Calibri"/>
                <a:cs typeface="Calibri"/>
              </a:rPr>
              <a:t>not</a:t>
            </a:r>
            <a:r>
              <a:rPr spc="-10" dirty="0">
                <a:latin typeface="Calibri"/>
                <a:cs typeface="Calibri"/>
              </a:rPr>
              <a:t> </a:t>
            </a:r>
            <a:r>
              <a:rPr dirty="0">
                <a:latin typeface="Calibri"/>
                <a:cs typeface="Calibri"/>
              </a:rPr>
              <a:t>as</a:t>
            </a:r>
            <a:r>
              <a:rPr spc="-15" dirty="0">
                <a:latin typeface="Calibri"/>
                <a:cs typeface="Calibri"/>
              </a:rPr>
              <a:t> </a:t>
            </a:r>
            <a:r>
              <a:rPr spc="-10" dirty="0">
                <a:latin typeface="Calibri"/>
                <a:cs typeface="Calibri"/>
              </a:rPr>
              <a:t>full-featured</a:t>
            </a:r>
            <a:r>
              <a:rPr spc="-30" dirty="0">
                <a:latin typeface="Calibri"/>
                <a:cs typeface="Calibri"/>
              </a:rPr>
              <a:t> </a:t>
            </a:r>
            <a:r>
              <a:rPr dirty="0">
                <a:latin typeface="Calibri"/>
                <a:cs typeface="Calibri"/>
              </a:rPr>
              <a:t>as</a:t>
            </a:r>
            <a:r>
              <a:rPr spc="-15" dirty="0">
                <a:latin typeface="Calibri"/>
                <a:cs typeface="Calibri"/>
              </a:rPr>
              <a:t> </a:t>
            </a:r>
            <a:r>
              <a:rPr dirty="0">
                <a:latin typeface="Calibri"/>
                <a:cs typeface="Calibri"/>
              </a:rPr>
              <a:t>their</a:t>
            </a:r>
            <a:r>
              <a:rPr spc="-35" dirty="0">
                <a:latin typeface="Calibri"/>
                <a:cs typeface="Calibri"/>
              </a:rPr>
              <a:t> </a:t>
            </a:r>
            <a:r>
              <a:rPr dirty="0">
                <a:latin typeface="Calibri"/>
                <a:cs typeface="Calibri"/>
              </a:rPr>
              <a:t>desktop-based</a:t>
            </a:r>
            <a:r>
              <a:rPr spc="-40" dirty="0">
                <a:latin typeface="Calibri"/>
                <a:cs typeface="Calibri"/>
              </a:rPr>
              <a:t> </a:t>
            </a:r>
            <a:r>
              <a:rPr spc="-5" dirty="0">
                <a:latin typeface="Calibri"/>
                <a:cs typeface="Calibri"/>
              </a:rPr>
              <a:t>applications.</a:t>
            </a:r>
            <a:endParaRPr dirty="0">
              <a:latin typeface="Calibri"/>
              <a:cs typeface="Calibri"/>
            </a:endParaRPr>
          </a:p>
          <a:p>
            <a:pPr marL="1155700" marR="688340" lvl="2" indent="-228600">
              <a:lnSpc>
                <a:spcPts val="1620"/>
              </a:lnSpc>
              <a:spcBef>
                <a:spcPts val="360"/>
              </a:spcBef>
              <a:buFont typeface="Arial MT"/>
              <a:buChar char="•"/>
              <a:tabLst>
                <a:tab pos="1155700" algn="l"/>
                <a:tab pos="1156335" algn="l"/>
              </a:tabLst>
            </a:pPr>
            <a:r>
              <a:rPr spc="-15" dirty="0">
                <a:latin typeface="Calibri"/>
                <a:cs typeface="Calibri"/>
              </a:rPr>
              <a:t>For </a:t>
            </a:r>
            <a:r>
              <a:rPr spc="-10" dirty="0">
                <a:latin typeface="Calibri"/>
                <a:cs typeface="Calibri"/>
              </a:rPr>
              <a:t>example, </a:t>
            </a:r>
            <a:r>
              <a:rPr spc="-5" dirty="0">
                <a:latin typeface="Calibri"/>
                <a:cs typeface="Calibri"/>
              </a:rPr>
              <a:t>you can </a:t>
            </a:r>
            <a:r>
              <a:rPr dirty="0">
                <a:latin typeface="Calibri"/>
                <a:cs typeface="Calibri"/>
              </a:rPr>
              <a:t>do a </a:t>
            </a:r>
            <a:r>
              <a:rPr spc="-5" dirty="0">
                <a:latin typeface="Calibri"/>
                <a:cs typeface="Calibri"/>
              </a:rPr>
              <a:t>lot more </a:t>
            </a:r>
            <a:r>
              <a:rPr dirty="0">
                <a:latin typeface="Calibri"/>
                <a:cs typeface="Calibri"/>
              </a:rPr>
              <a:t>with </a:t>
            </a:r>
            <a:r>
              <a:rPr spc="-5" dirty="0">
                <a:latin typeface="Calibri"/>
                <a:cs typeface="Calibri"/>
              </a:rPr>
              <a:t>Microsoft </a:t>
            </a:r>
            <a:r>
              <a:rPr spc="-10" dirty="0">
                <a:latin typeface="Calibri"/>
                <a:cs typeface="Calibri"/>
              </a:rPr>
              <a:t>PowerPoint </a:t>
            </a:r>
            <a:r>
              <a:rPr dirty="0">
                <a:latin typeface="Calibri"/>
                <a:cs typeface="Calibri"/>
              </a:rPr>
              <a:t>than with Google </a:t>
            </a:r>
            <a:r>
              <a:rPr spc="-325" dirty="0">
                <a:latin typeface="Calibri"/>
                <a:cs typeface="Calibri"/>
              </a:rPr>
              <a:t> </a:t>
            </a:r>
            <a:r>
              <a:rPr spc="-10" dirty="0">
                <a:latin typeface="Calibri"/>
                <a:cs typeface="Calibri"/>
              </a:rPr>
              <a:t>Presentation's</a:t>
            </a:r>
            <a:r>
              <a:rPr spc="-25" dirty="0">
                <a:latin typeface="Calibri"/>
                <a:cs typeface="Calibri"/>
              </a:rPr>
              <a:t> </a:t>
            </a:r>
            <a:r>
              <a:rPr spc="-5" dirty="0">
                <a:latin typeface="Calibri"/>
                <a:cs typeface="Calibri"/>
              </a:rPr>
              <a:t>web-based</a:t>
            </a:r>
            <a:r>
              <a:rPr dirty="0">
                <a:latin typeface="Calibri"/>
                <a:cs typeface="Calibri"/>
              </a:rPr>
              <a:t> </a:t>
            </a:r>
            <a:r>
              <a:rPr spc="-10" dirty="0">
                <a:latin typeface="Calibri"/>
                <a:cs typeface="Calibri"/>
              </a:rPr>
              <a:t>offering</a:t>
            </a:r>
            <a:endParaRPr dirty="0">
              <a:latin typeface="Calibri"/>
              <a:cs typeface="Calibri"/>
            </a:endParaRPr>
          </a:p>
          <a:p>
            <a:pPr marL="355600" indent="-343535" algn="just">
              <a:lnSpc>
                <a:spcPct val="100000"/>
              </a:lnSpc>
              <a:spcBef>
                <a:spcPts val="175"/>
              </a:spcBef>
              <a:buFont typeface="Arial MT"/>
              <a:buChar char="•"/>
              <a:tabLst>
                <a:tab pos="356235" algn="l"/>
              </a:tabLst>
            </a:pPr>
            <a:r>
              <a:rPr b="1" spc="-5" dirty="0">
                <a:latin typeface="Calibri"/>
                <a:cs typeface="Calibri"/>
              </a:rPr>
              <a:t>Can</a:t>
            </a:r>
            <a:r>
              <a:rPr b="1" spc="-30" dirty="0">
                <a:latin typeface="Calibri"/>
                <a:cs typeface="Calibri"/>
              </a:rPr>
              <a:t> </a:t>
            </a:r>
            <a:r>
              <a:rPr b="1" spc="-5" dirty="0">
                <a:latin typeface="Calibri"/>
                <a:cs typeface="Calibri"/>
              </a:rPr>
              <a:t>be</a:t>
            </a:r>
            <a:r>
              <a:rPr b="1" spc="-20" dirty="0">
                <a:latin typeface="Calibri"/>
                <a:cs typeface="Calibri"/>
              </a:rPr>
              <a:t> </a:t>
            </a:r>
            <a:r>
              <a:rPr b="1" spc="-5" dirty="0">
                <a:latin typeface="Calibri"/>
                <a:cs typeface="Calibri"/>
              </a:rPr>
              <a:t>slow</a:t>
            </a:r>
            <a:endParaRPr dirty="0">
              <a:latin typeface="Calibri"/>
              <a:cs typeface="Calibri"/>
            </a:endParaRPr>
          </a:p>
          <a:p>
            <a:pPr marL="756285" marR="5080" lvl="1" indent="-287020" algn="just">
              <a:lnSpc>
                <a:spcPts val="1839"/>
              </a:lnSpc>
              <a:spcBef>
                <a:spcPts val="455"/>
              </a:spcBef>
              <a:buFont typeface="Arial MT"/>
              <a:buChar char="–"/>
              <a:tabLst>
                <a:tab pos="756920" algn="l"/>
              </a:tabLst>
            </a:pPr>
            <a:r>
              <a:rPr spc="-15" dirty="0">
                <a:latin typeface="Calibri"/>
                <a:cs typeface="Calibri"/>
              </a:rPr>
              <a:t>Even </a:t>
            </a:r>
            <a:r>
              <a:rPr dirty="0">
                <a:latin typeface="Calibri"/>
                <a:cs typeface="Calibri"/>
              </a:rPr>
              <a:t>with a </a:t>
            </a:r>
            <a:r>
              <a:rPr spc="-15" dirty="0">
                <a:latin typeface="Calibri"/>
                <a:cs typeface="Calibri"/>
              </a:rPr>
              <a:t>fast </a:t>
            </a:r>
            <a:r>
              <a:rPr spc="-5" dirty="0">
                <a:latin typeface="Calibri"/>
                <a:cs typeface="Calibri"/>
              </a:rPr>
              <a:t>connection, </a:t>
            </a:r>
            <a:r>
              <a:rPr dirty="0">
                <a:latin typeface="Calibri"/>
                <a:cs typeface="Calibri"/>
              </a:rPr>
              <a:t>web-based </a:t>
            </a:r>
            <a:r>
              <a:rPr spc="-5" dirty="0">
                <a:latin typeface="Calibri"/>
                <a:cs typeface="Calibri"/>
              </a:rPr>
              <a:t>applications can sometimes </a:t>
            </a:r>
            <a:r>
              <a:rPr dirty="0">
                <a:latin typeface="Calibri"/>
                <a:cs typeface="Calibri"/>
              </a:rPr>
              <a:t>be </a:t>
            </a:r>
            <a:r>
              <a:rPr spc="-5" dirty="0">
                <a:latin typeface="Calibri"/>
                <a:cs typeface="Calibri"/>
              </a:rPr>
              <a:t>slower </a:t>
            </a:r>
            <a:r>
              <a:rPr dirty="0">
                <a:latin typeface="Calibri"/>
                <a:cs typeface="Calibri"/>
              </a:rPr>
              <a:t>than </a:t>
            </a:r>
            <a:r>
              <a:rPr spc="-370" dirty="0">
                <a:latin typeface="Calibri"/>
                <a:cs typeface="Calibri"/>
              </a:rPr>
              <a:t> </a:t>
            </a:r>
            <a:r>
              <a:rPr dirty="0">
                <a:latin typeface="Calibri"/>
                <a:cs typeface="Calibri"/>
              </a:rPr>
              <a:t>accessing</a:t>
            </a:r>
            <a:r>
              <a:rPr spc="-35" dirty="0">
                <a:latin typeface="Calibri"/>
                <a:cs typeface="Calibri"/>
              </a:rPr>
              <a:t> </a:t>
            </a:r>
            <a:r>
              <a:rPr dirty="0">
                <a:latin typeface="Calibri"/>
                <a:cs typeface="Calibri"/>
              </a:rPr>
              <a:t>a similar</a:t>
            </a:r>
            <a:r>
              <a:rPr spc="-10" dirty="0">
                <a:latin typeface="Calibri"/>
                <a:cs typeface="Calibri"/>
              </a:rPr>
              <a:t> software</a:t>
            </a:r>
            <a:r>
              <a:rPr spc="-35" dirty="0">
                <a:latin typeface="Calibri"/>
                <a:cs typeface="Calibri"/>
              </a:rPr>
              <a:t> </a:t>
            </a:r>
            <a:r>
              <a:rPr spc="-10" dirty="0">
                <a:latin typeface="Calibri"/>
                <a:cs typeface="Calibri"/>
              </a:rPr>
              <a:t>program</a:t>
            </a:r>
            <a:r>
              <a:rPr spc="-30" dirty="0">
                <a:latin typeface="Calibri"/>
                <a:cs typeface="Calibri"/>
              </a:rPr>
              <a:t> </a:t>
            </a:r>
            <a:r>
              <a:rPr spc="-5" dirty="0">
                <a:latin typeface="Calibri"/>
                <a:cs typeface="Calibri"/>
              </a:rPr>
              <a:t>on</a:t>
            </a:r>
            <a:r>
              <a:rPr spc="-10" dirty="0">
                <a:latin typeface="Calibri"/>
                <a:cs typeface="Calibri"/>
              </a:rPr>
              <a:t> your </a:t>
            </a:r>
            <a:r>
              <a:rPr spc="-5" dirty="0">
                <a:latin typeface="Calibri"/>
                <a:cs typeface="Calibri"/>
              </a:rPr>
              <a:t>desktop</a:t>
            </a:r>
            <a:r>
              <a:rPr spc="-10" dirty="0">
                <a:latin typeface="Calibri"/>
                <a:cs typeface="Calibri"/>
              </a:rPr>
              <a:t> </a:t>
            </a:r>
            <a:r>
              <a:rPr dirty="0">
                <a:latin typeface="Calibri"/>
                <a:cs typeface="Calibri"/>
              </a:rPr>
              <a:t>PC.</a:t>
            </a:r>
          </a:p>
          <a:p>
            <a:pPr marL="756285" lvl="1" indent="-287020" algn="just">
              <a:lnSpc>
                <a:spcPts val="1939"/>
              </a:lnSpc>
              <a:spcBef>
                <a:spcPts val="170"/>
              </a:spcBef>
              <a:buFont typeface="Arial MT"/>
              <a:buChar char="–"/>
              <a:tabLst>
                <a:tab pos="756920" algn="l"/>
              </a:tabLst>
            </a:pPr>
            <a:r>
              <a:rPr spc="-5" dirty="0">
                <a:latin typeface="Calibri"/>
                <a:cs typeface="Calibri"/>
              </a:rPr>
              <a:t>Everything</a:t>
            </a:r>
            <a:r>
              <a:rPr spc="-35" dirty="0">
                <a:latin typeface="Calibri"/>
                <a:cs typeface="Calibri"/>
              </a:rPr>
              <a:t> </a:t>
            </a:r>
            <a:r>
              <a:rPr dirty="0">
                <a:latin typeface="Calibri"/>
                <a:cs typeface="Calibri"/>
              </a:rPr>
              <a:t>about</a:t>
            </a:r>
            <a:r>
              <a:rPr spc="-20" dirty="0">
                <a:latin typeface="Calibri"/>
                <a:cs typeface="Calibri"/>
              </a:rPr>
              <a:t> </a:t>
            </a:r>
            <a:r>
              <a:rPr dirty="0">
                <a:latin typeface="Calibri"/>
                <a:cs typeface="Calibri"/>
              </a:rPr>
              <a:t>the</a:t>
            </a:r>
            <a:r>
              <a:rPr spc="-10" dirty="0">
                <a:latin typeface="Calibri"/>
                <a:cs typeface="Calibri"/>
              </a:rPr>
              <a:t> program,</a:t>
            </a:r>
            <a:r>
              <a:rPr spc="-15" dirty="0">
                <a:latin typeface="Calibri"/>
                <a:cs typeface="Calibri"/>
              </a:rPr>
              <a:t> </a:t>
            </a:r>
            <a:r>
              <a:rPr spc="-10" dirty="0">
                <a:latin typeface="Calibri"/>
                <a:cs typeface="Calibri"/>
              </a:rPr>
              <a:t>from</a:t>
            </a:r>
            <a:r>
              <a:rPr spc="-5" dirty="0">
                <a:latin typeface="Calibri"/>
                <a:cs typeface="Calibri"/>
              </a:rPr>
              <a:t> </a:t>
            </a:r>
            <a:r>
              <a:rPr dirty="0">
                <a:latin typeface="Calibri"/>
                <a:cs typeface="Calibri"/>
              </a:rPr>
              <a:t>the</a:t>
            </a:r>
            <a:r>
              <a:rPr spc="-5" dirty="0">
                <a:latin typeface="Calibri"/>
                <a:cs typeface="Calibri"/>
              </a:rPr>
              <a:t> </a:t>
            </a:r>
            <a:r>
              <a:rPr spc="-10" dirty="0">
                <a:latin typeface="Calibri"/>
                <a:cs typeface="Calibri"/>
              </a:rPr>
              <a:t>interface</a:t>
            </a:r>
            <a:r>
              <a:rPr spc="-25" dirty="0">
                <a:latin typeface="Calibri"/>
                <a:cs typeface="Calibri"/>
              </a:rPr>
              <a:t> </a:t>
            </a:r>
            <a:r>
              <a:rPr spc="-5" dirty="0">
                <a:latin typeface="Calibri"/>
                <a:cs typeface="Calibri"/>
              </a:rPr>
              <a:t>to</a:t>
            </a:r>
            <a:r>
              <a:rPr dirty="0">
                <a:latin typeface="Calibri"/>
                <a:cs typeface="Calibri"/>
              </a:rPr>
              <a:t> the</a:t>
            </a:r>
            <a:r>
              <a:rPr spc="-10" dirty="0">
                <a:latin typeface="Calibri"/>
                <a:cs typeface="Calibri"/>
              </a:rPr>
              <a:t> </a:t>
            </a:r>
            <a:r>
              <a:rPr spc="-5" dirty="0">
                <a:latin typeface="Calibri"/>
                <a:cs typeface="Calibri"/>
              </a:rPr>
              <a:t>current</a:t>
            </a:r>
            <a:r>
              <a:rPr spc="-30" dirty="0">
                <a:latin typeface="Calibri"/>
                <a:cs typeface="Calibri"/>
              </a:rPr>
              <a:t> </a:t>
            </a:r>
            <a:r>
              <a:rPr dirty="0">
                <a:latin typeface="Calibri"/>
                <a:cs typeface="Calibri"/>
              </a:rPr>
              <a:t>document,</a:t>
            </a:r>
            <a:r>
              <a:rPr spc="-30" dirty="0">
                <a:latin typeface="Calibri"/>
                <a:cs typeface="Calibri"/>
              </a:rPr>
              <a:t> </a:t>
            </a:r>
            <a:r>
              <a:rPr dirty="0">
                <a:latin typeface="Calibri"/>
                <a:cs typeface="Calibri"/>
              </a:rPr>
              <a:t>has</a:t>
            </a:r>
            <a:r>
              <a:rPr spc="-20" dirty="0">
                <a:latin typeface="Calibri"/>
                <a:cs typeface="Calibri"/>
              </a:rPr>
              <a:t> </a:t>
            </a:r>
            <a:r>
              <a:rPr spc="-5" dirty="0">
                <a:latin typeface="Calibri"/>
                <a:cs typeface="Calibri"/>
              </a:rPr>
              <a:t>to</a:t>
            </a:r>
            <a:endParaRPr dirty="0">
              <a:latin typeface="Calibri"/>
              <a:cs typeface="Calibri"/>
            </a:endParaRPr>
          </a:p>
          <a:p>
            <a:pPr marL="756285" algn="just">
              <a:lnSpc>
                <a:spcPts val="1939"/>
              </a:lnSpc>
            </a:pPr>
            <a:r>
              <a:rPr dirty="0">
                <a:latin typeface="Calibri"/>
                <a:cs typeface="Calibri"/>
              </a:rPr>
              <a:t>be</a:t>
            </a:r>
            <a:r>
              <a:rPr spc="-5" dirty="0">
                <a:latin typeface="Calibri"/>
                <a:cs typeface="Calibri"/>
              </a:rPr>
              <a:t> sent</a:t>
            </a:r>
            <a:r>
              <a:rPr spc="-15" dirty="0">
                <a:latin typeface="Calibri"/>
                <a:cs typeface="Calibri"/>
              </a:rPr>
              <a:t> </a:t>
            </a:r>
            <a:r>
              <a:rPr spc="-5" dirty="0">
                <a:latin typeface="Calibri"/>
                <a:cs typeface="Calibri"/>
              </a:rPr>
              <a:t>back </a:t>
            </a:r>
            <a:r>
              <a:rPr dirty="0">
                <a:latin typeface="Calibri"/>
                <a:cs typeface="Calibri"/>
              </a:rPr>
              <a:t>and</a:t>
            </a:r>
            <a:r>
              <a:rPr spc="-15" dirty="0">
                <a:latin typeface="Calibri"/>
                <a:cs typeface="Calibri"/>
              </a:rPr>
              <a:t> </a:t>
            </a:r>
            <a:r>
              <a:rPr spc="-10" dirty="0">
                <a:latin typeface="Calibri"/>
                <a:cs typeface="Calibri"/>
              </a:rPr>
              <a:t>forth</a:t>
            </a:r>
            <a:r>
              <a:rPr spc="-5" dirty="0">
                <a:latin typeface="Calibri"/>
                <a:cs typeface="Calibri"/>
              </a:rPr>
              <a:t> </a:t>
            </a:r>
            <a:r>
              <a:rPr spc="-10" dirty="0">
                <a:latin typeface="Calibri"/>
                <a:cs typeface="Calibri"/>
              </a:rPr>
              <a:t>from</a:t>
            </a:r>
            <a:r>
              <a:rPr spc="-5" dirty="0">
                <a:latin typeface="Calibri"/>
                <a:cs typeface="Calibri"/>
              </a:rPr>
              <a:t> </a:t>
            </a:r>
            <a:r>
              <a:rPr spc="-10" dirty="0">
                <a:latin typeface="Calibri"/>
                <a:cs typeface="Calibri"/>
              </a:rPr>
              <a:t>your</a:t>
            </a:r>
            <a:r>
              <a:rPr dirty="0">
                <a:latin typeface="Calibri"/>
                <a:cs typeface="Calibri"/>
              </a:rPr>
              <a:t> </a:t>
            </a:r>
            <a:r>
              <a:rPr spc="-5" dirty="0">
                <a:latin typeface="Calibri"/>
                <a:cs typeface="Calibri"/>
              </a:rPr>
              <a:t>computer</a:t>
            </a:r>
            <a:r>
              <a:rPr spc="-15" dirty="0">
                <a:latin typeface="Calibri"/>
                <a:cs typeface="Calibri"/>
              </a:rPr>
              <a:t> </a:t>
            </a:r>
            <a:r>
              <a:rPr spc="-5" dirty="0">
                <a:latin typeface="Calibri"/>
                <a:cs typeface="Calibri"/>
              </a:rPr>
              <a:t>to</a:t>
            </a:r>
            <a:r>
              <a:rPr dirty="0">
                <a:latin typeface="Calibri"/>
                <a:cs typeface="Calibri"/>
              </a:rPr>
              <a:t> the</a:t>
            </a:r>
            <a:r>
              <a:rPr spc="-5" dirty="0">
                <a:latin typeface="Calibri"/>
                <a:cs typeface="Calibri"/>
              </a:rPr>
              <a:t> </a:t>
            </a:r>
            <a:r>
              <a:rPr spc="-10" dirty="0">
                <a:latin typeface="Calibri"/>
                <a:cs typeface="Calibri"/>
              </a:rPr>
              <a:t>computers</a:t>
            </a:r>
            <a:r>
              <a:rPr spc="-30" dirty="0">
                <a:latin typeface="Calibri"/>
                <a:cs typeface="Calibri"/>
              </a:rPr>
              <a:t> </a:t>
            </a:r>
            <a:r>
              <a:rPr dirty="0">
                <a:latin typeface="Calibri"/>
                <a:cs typeface="Calibri"/>
              </a:rPr>
              <a:t>in</a:t>
            </a:r>
            <a:r>
              <a:rPr spc="-5" dirty="0">
                <a:latin typeface="Calibri"/>
                <a:cs typeface="Calibri"/>
              </a:rPr>
              <a:t> </a:t>
            </a:r>
            <a:r>
              <a:rPr dirty="0">
                <a:latin typeface="Calibri"/>
                <a:cs typeface="Calibri"/>
              </a:rPr>
              <a:t>the cloud.</a:t>
            </a:r>
          </a:p>
          <a:p>
            <a:pPr marL="756285" marR="284480" lvl="1" indent="-287020" algn="just">
              <a:lnSpc>
                <a:spcPts val="1839"/>
              </a:lnSpc>
              <a:spcBef>
                <a:spcPts val="434"/>
              </a:spcBef>
              <a:buFont typeface="Arial MT"/>
              <a:buChar char="–"/>
              <a:tabLst>
                <a:tab pos="756920" algn="l"/>
              </a:tabLst>
            </a:pPr>
            <a:r>
              <a:rPr dirty="0">
                <a:latin typeface="Calibri"/>
                <a:cs typeface="Calibri"/>
              </a:rPr>
              <a:t>If the cloud </a:t>
            </a:r>
            <a:r>
              <a:rPr spc="-5" dirty="0">
                <a:latin typeface="Calibri"/>
                <a:cs typeface="Calibri"/>
              </a:rPr>
              <a:t>servers happen to </a:t>
            </a:r>
            <a:r>
              <a:rPr dirty="0">
                <a:latin typeface="Calibri"/>
                <a:cs typeface="Calibri"/>
              </a:rPr>
              <a:t>be </a:t>
            </a:r>
            <a:r>
              <a:rPr spc="-10" dirty="0">
                <a:latin typeface="Calibri"/>
                <a:cs typeface="Calibri"/>
              </a:rPr>
              <a:t>backed </a:t>
            </a:r>
            <a:r>
              <a:rPr dirty="0">
                <a:latin typeface="Calibri"/>
                <a:cs typeface="Calibri"/>
              </a:rPr>
              <a:t>up </a:t>
            </a:r>
            <a:r>
              <a:rPr spc="-10" dirty="0">
                <a:latin typeface="Calibri"/>
                <a:cs typeface="Calibri"/>
              </a:rPr>
              <a:t>at </a:t>
            </a:r>
            <a:r>
              <a:rPr spc="-5" dirty="0">
                <a:latin typeface="Calibri"/>
                <a:cs typeface="Calibri"/>
              </a:rPr>
              <a:t>that moment, or </a:t>
            </a:r>
            <a:r>
              <a:rPr dirty="0">
                <a:latin typeface="Calibri"/>
                <a:cs typeface="Calibri"/>
              </a:rPr>
              <a:t>if the </a:t>
            </a:r>
            <a:r>
              <a:rPr spc="-5" dirty="0">
                <a:latin typeface="Calibri"/>
                <a:cs typeface="Calibri"/>
              </a:rPr>
              <a:t>Internet </a:t>
            </a:r>
            <a:r>
              <a:rPr dirty="0">
                <a:latin typeface="Calibri"/>
                <a:cs typeface="Calibri"/>
              </a:rPr>
              <a:t>is </a:t>
            </a:r>
            <a:r>
              <a:rPr spc="-370" dirty="0">
                <a:latin typeface="Calibri"/>
                <a:cs typeface="Calibri"/>
              </a:rPr>
              <a:t> </a:t>
            </a:r>
            <a:r>
              <a:rPr spc="-5" dirty="0">
                <a:latin typeface="Calibri"/>
                <a:cs typeface="Calibri"/>
              </a:rPr>
              <a:t>having </a:t>
            </a:r>
            <a:r>
              <a:rPr dirty="0">
                <a:latin typeface="Calibri"/>
                <a:cs typeface="Calibri"/>
              </a:rPr>
              <a:t>a </a:t>
            </a:r>
            <a:r>
              <a:rPr spc="-5" dirty="0">
                <a:latin typeface="Calibri"/>
                <a:cs typeface="Calibri"/>
              </a:rPr>
              <a:t>slow </a:t>
            </a:r>
            <a:r>
              <a:rPr spc="-40" dirty="0">
                <a:latin typeface="Calibri"/>
                <a:cs typeface="Calibri"/>
              </a:rPr>
              <a:t>day, </a:t>
            </a:r>
            <a:r>
              <a:rPr spc="-10" dirty="0">
                <a:latin typeface="Calibri"/>
                <a:cs typeface="Calibri"/>
              </a:rPr>
              <a:t>you </a:t>
            </a:r>
            <a:r>
              <a:rPr spc="-5" dirty="0">
                <a:latin typeface="Calibri"/>
                <a:cs typeface="Calibri"/>
              </a:rPr>
              <a:t>would </a:t>
            </a:r>
            <a:r>
              <a:rPr dirty="0">
                <a:latin typeface="Calibri"/>
                <a:cs typeface="Calibri"/>
              </a:rPr>
              <a:t>not </a:t>
            </a:r>
            <a:r>
              <a:rPr spc="-5" dirty="0">
                <a:latin typeface="Calibri"/>
                <a:cs typeface="Calibri"/>
              </a:rPr>
              <a:t>get </a:t>
            </a:r>
            <a:r>
              <a:rPr dirty="0">
                <a:latin typeface="Calibri"/>
                <a:cs typeface="Calibri"/>
              </a:rPr>
              <a:t>the </a:t>
            </a:r>
            <a:r>
              <a:rPr spc="-10" dirty="0">
                <a:latin typeface="Calibri"/>
                <a:cs typeface="Calibri"/>
              </a:rPr>
              <a:t>instantaneous </a:t>
            </a:r>
            <a:r>
              <a:rPr dirty="0">
                <a:latin typeface="Calibri"/>
                <a:cs typeface="Calibri"/>
              </a:rPr>
              <a:t>access </a:t>
            </a:r>
            <a:r>
              <a:rPr spc="-10" dirty="0">
                <a:latin typeface="Calibri"/>
                <a:cs typeface="Calibri"/>
              </a:rPr>
              <a:t>you </a:t>
            </a:r>
            <a:r>
              <a:rPr spc="-5" dirty="0">
                <a:latin typeface="Calibri"/>
                <a:cs typeface="Calibri"/>
              </a:rPr>
              <a:t>might expect </a:t>
            </a:r>
            <a:r>
              <a:rPr spc="-370" dirty="0">
                <a:latin typeface="Calibri"/>
                <a:cs typeface="Calibri"/>
              </a:rPr>
              <a:t> </a:t>
            </a:r>
            <a:r>
              <a:rPr spc="-10" dirty="0">
                <a:latin typeface="Calibri"/>
                <a:cs typeface="Calibri"/>
              </a:rPr>
              <a:t>from</a:t>
            </a:r>
            <a:r>
              <a:rPr spc="-5" dirty="0">
                <a:latin typeface="Calibri"/>
                <a:cs typeface="Calibri"/>
              </a:rPr>
              <a:t> desktop</a:t>
            </a:r>
            <a:r>
              <a:rPr spc="-35" dirty="0">
                <a:latin typeface="Calibri"/>
                <a:cs typeface="Calibri"/>
              </a:rPr>
              <a:t> </a:t>
            </a:r>
            <a:r>
              <a:rPr spc="-5" dirty="0">
                <a:latin typeface="Calibri"/>
                <a:cs typeface="Calibri"/>
              </a:rPr>
              <a:t>applications.</a:t>
            </a:r>
            <a:endParaRPr dirty="0">
              <a:latin typeface="Calibri"/>
              <a:cs typeface="Calibri"/>
            </a:endParaRPr>
          </a:p>
        </p:txBody>
      </p:sp>
      <p:sp>
        <p:nvSpPr>
          <p:cNvPr id="5" name="Footer Placeholder 4">
            <a:extLst>
              <a:ext uri="{FF2B5EF4-FFF2-40B4-BE49-F238E27FC236}">
                <a16:creationId xmlns:a16="http://schemas.microsoft.com/office/drawing/2014/main" id="{2B856F5D-5744-C055-ADEC-8DD20CE35961}"/>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16907"/>
            <a:ext cx="4724400" cy="997068"/>
          </a:xfrm>
          <a:prstGeom prst="rect">
            <a:avLst/>
          </a:prstGeom>
        </p:spPr>
        <p:txBody>
          <a:bodyPr vert="horz" wrap="square" lIns="0" tIns="12065" rIns="0" bIns="0" rtlCol="0">
            <a:spAutoFit/>
          </a:bodyPr>
          <a:lstStyle/>
          <a:p>
            <a:pPr marL="12700" algn="ctr">
              <a:lnSpc>
                <a:spcPct val="100000"/>
              </a:lnSpc>
              <a:spcBef>
                <a:spcPts val="95"/>
              </a:spcBef>
            </a:pPr>
            <a:r>
              <a:rPr sz="3200" b="1" spc="-15" dirty="0"/>
              <a:t>Disadvantages</a:t>
            </a:r>
            <a:r>
              <a:rPr sz="3200" b="1" spc="5" dirty="0"/>
              <a:t> </a:t>
            </a:r>
            <a:r>
              <a:rPr sz="3200" b="1" spc="-5" dirty="0"/>
              <a:t>of</a:t>
            </a:r>
            <a:r>
              <a:rPr sz="3200" b="1" spc="-15" dirty="0"/>
              <a:t> </a:t>
            </a:r>
            <a:r>
              <a:rPr sz="3200" b="1" spc="-10" dirty="0"/>
              <a:t>Cloud Computing</a:t>
            </a:r>
            <a:endParaRPr sz="3200" b="1" dirty="0"/>
          </a:p>
        </p:txBody>
      </p:sp>
      <p:sp>
        <p:nvSpPr>
          <p:cNvPr id="4" name="object 4"/>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24</a:t>
            </a:r>
          </a:p>
        </p:txBody>
      </p:sp>
      <p:sp>
        <p:nvSpPr>
          <p:cNvPr id="3" name="object 3"/>
          <p:cNvSpPr txBox="1"/>
          <p:nvPr/>
        </p:nvSpPr>
        <p:spPr>
          <a:xfrm>
            <a:off x="307340" y="1096521"/>
            <a:ext cx="7981950" cy="3686907"/>
          </a:xfrm>
          <a:prstGeom prst="rect">
            <a:avLst/>
          </a:prstGeom>
        </p:spPr>
        <p:txBody>
          <a:bodyPr vert="horz" wrap="square" lIns="0" tIns="67310" rIns="0" bIns="0" rtlCol="0">
            <a:spAutoFit/>
          </a:bodyPr>
          <a:lstStyle/>
          <a:p>
            <a:pPr marL="355600" indent="-342900">
              <a:lnSpc>
                <a:spcPct val="100000"/>
              </a:lnSpc>
              <a:spcBef>
                <a:spcPts val="530"/>
              </a:spcBef>
              <a:buFont typeface="Arial MT"/>
              <a:buChar char="•"/>
              <a:tabLst>
                <a:tab pos="354965" algn="l"/>
                <a:tab pos="355600" algn="l"/>
              </a:tabLst>
            </a:pPr>
            <a:r>
              <a:rPr b="1" spc="-10" dirty="0">
                <a:latin typeface="Calibri"/>
                <a:cs typeface="Calibri"/>
              </a:rPr>
              <a:t>Stored</a:t>
            </a:r>
            <a:r>
              <a:rPr b="1" spc="-35" dirty="0">
                <a:latin typeface="Calibri"/>
                <a:cs typeface="Calibri"/>
              </a:rPr>
              <a:t> </a:t>
            </a:r>
            <a:r>
              <a:rPr b="1" spc="-10" dirty="0">
                <a:latin typeface="Calibri"/>
                <a:cs typeface="Calibri"/>
              </a:rPr>
              <a:t>data</a:t>
            </a:r>
            <a:r>
              <a:rPr b="1" spc="-35" dirty="0">
                <a:latin typeface="Calibri"/>
                <a:cs typeface="Calibri"/>
              </a:rPr>
              <a:t> </a:t>
            </a:r>
            <a:r>
              <a:rPr b="1" spc="-5" dirty="0">
                <a:latin typeface="Calibri"/>
                <a:cs typeface="Calibri"/>
              </a:rPr>
              <a:t>might</a:t>
            </a:r>
            <a:r>
              <a:rPr b="1" spc="-20" dirty="0">
                <a:latin typeface="Calibri"/>
                <a:cs typeface="Calibri"/>
              </a:rPr>
              <a:t> </a:t>
            </a:r>
            <a:r>
              <a:rPr b="1" dirty="0">
                <a:latin typeface="Calibri"/>
                <a:cs typeface="Calibri"/>
              </a:rPr>
              <a:t>not</a:t>
            </a:r>
            <a:r>
              <a:rPr b="1" spc="-15" dirty="0">
                <a:latin typeface="Calibri"/>
                <a:cs typeface="Calibri"/>
              </a:rPr>
              <a:t> </a:t>
            </a:r>
            <a:r>
              <a:rPr b="1" dirty="0">
                <a:latin typeface="Calibri"/>
                <a:cs typeface="Calibri"/>
              </a:rPr>
              <a:t>be</a:t>
            </a:r>
            <a:r>
              <a:rPr b="1" spc="-35" dirty="0">
                <a:latin typeface="Calibri"/>
                <a:cs typeface="Calibri"/>
              </a:rPr>
              <a:t> </a:t>
            </a:r>
            <a:r>
              <a:rPr b="1" spc="-5" dirty="0">
                <a:latin typeface="Calibri"/>
                <a:cs typeface="Calibri"/>
              </a:rPr>
              <a:t>secured</a:t>
            </a:r>
            <a:endParaRPr dirty="0">
              <a:latin typeface="Calibri"/>
              <a:cs typeface="Calibri"/>
            </a:endParaRPr>
          </a:p>
          <a:p>
            <a:pPr marL="756285" lvl="1" indent="-287020">
              <a:lnSpc>
                <a:spcPct val="100000"/>
              </a:lnSpc>
              <a:spcBef>
                <a:spcPts val="430"/>
              </a:spcBef>
              <a:buFont typeface="Arial MT"/>
              <a:buChar char="–"/>
              <a:tabLst>
                <a:tab pos="756285" algn="l"/>
                <a:tab pos="756920" algn="l"/>
              </a:tabLst>
            </a:pPr>
            <a:r>
              <a:rPr spc="-5" dirty="0">
                <a:latin typeface="Calibri"/>
                <a:cs typeface="Calibri"/>
              </a:rPr>
              <a:t>With</a:t>
            </a:r>
            <a:r>
              <a:rPr spc="5" dirty="0">
                <a:latin typeface="Calibri"/>
                <a:cs typeface="Calibri"/>
              </a:rPr>
              <a:t> </a:t>
            </a:r>
            <a:r>
              <a:rPr spc="-5" dirty="0">
                <a:latin typeface="Calibri"/>
                <a:cs typeface="Calibri"/>
              </a:rPr>
              <a:t>cloud</a:t>
            </a:r>
            <a:r>
              <a:rPr spc="25" dirty="0">
                <a:latin typeface="Calibri"/>
                <a:cs typeface="Calibri"/>
              </a:rPr>
              <a:t> </a:t>
            </a:r>
            <a:r>
              <a:rPr spc="-5" dirty="0">
                <a:latin typeface="Calibri"/>
                <a:cs typeface="Calibri"/>
              </a:rPr>
              <a:t>computing,</a:t>
            </a:r>
            <a:r>
              <a:rPr spc="20" dirty="0">
                <a:latin typeface="Calibri"/>
                <a:cs typeface="Calibri"/>
              </a:rPr>
              <a:t> </a:t>
            </a:r>
            <a:r>
              <a:rPr dirty="0">
                <a:latin typeface="Calibri"/>
                <a:cs typeface="Calibri"/>
              </a:rPr>
              <a:t>all</a:t>
            </a:r>
            <a:r>
              <a:rPr spc="-5" dirty="0">
                <a:latin typeface="Calibri"/>
                <a:cs typeface="Calibri"/>
              </a:rPr>
              <a:t> </a:t>
            </a:r>
            <a:r>
              <a:rPr spc="-10" dirty="0">
                <a:latin typeface="Calibri"/>
                <a:cs typeface="Calibri"/>
              </a:rPr>
              <a:t>your</a:t>
            </a:r>
            <a:r>
              <a:rPr dirty="0">
                <a:latin typeface="Calibri"/>
                <a:cs typeface="Calibri"/>
              </a:rPr>
              <a:t> </a:t>
            </a:r>
            <a:r>
              <a:rPr spc="-15" dirty="0">
                <a:latin typeface="Calibri"/>
                <a:cs typeface="Calibri"/>
              </a:rPr>
              <a:t>data</a:t>
            </a:r>
            <a:r>
              <a:rPr dirty="0">
                <a:latin typeface="Calibri"/>
                <a:cs typeface="Calibri"/>
              </a:rPr>
              <a:t> is</a:t>
            </a:r>
            <a:r>
              <a:rPr spc="-5" dirty="0">
                <a:latin typeface="Calibri"/>
                <a:cs typeface="Calibri"/>
              </a:rPr>
              <a:t> </a:t>
            </a:r>
            <a:r>
              <a:rPr spc="-15" dirty="0">
                <a:latin typeface="Calibri"/>
                <a:cs typeface="Calibri"/>
              </a:rPr>
              <a:t>stored</a:t>
            </a:r>
            <a:r>
              <a:rPr spc="15" dirty="0">
                <a:latin typeface="Calibri"/>
                <a:cs typeface="Calibri"/>
              </a:rPr>
              <a:t> </a:t>
            </a:r>
            <a:r>
              <a:rPr spc="-5" dirty="0">
                <a:latin typeface="Calibri"/>
                <a:cs typeface="Calibri"/>
              </a:rPr>
              <a:t>on</a:t>
            </a:r>
            <a:r>
              <a:rPr dirty="0">
                <a:latin typeface="Calibri"/>
                <a:cs typeface="Calibri"/>
              </a:rPr>
              <a:t> the</a:t>
            </a:r>
            <a:r>
              <a:rPr spc="15" dirty="0">
                <a:latin typeface="Calibri"/>
                <a:cs typeface="Calibri"/>
              </a:rPr>
              <a:t> </a:t>
            </a:r>
            <a:r>
              <a:rPr spc="-10" dirty="0">
                <a:latin typeface="Calibri"/>
                <a:cs typeface="Calibri"/>
              </a:rPr>
              <a:t>cloud.</a:t>
            </a:r>
            <a:endParaRPr dirty="0">
              <a:latin typeface="Calibri"/>
              <a:cs typeface="Calibri"/>
            </a:endParaRPr>
          </a:p>
          <a:p>
            <a:pPr marL="1155700" lvl="2" indent="-229235">
              <a:lnSpc>
                <a:spcPct val="100000"/>
              </a:lnSpc>
              <a:spcBef>
                <a:spcPts val="365"/>
              </a:spcBef>
              <a:buFont typeface="Arial MT"/>
              <a:buChar char="•"/>
              <a:tabLst>
                <a:tab pos="1155700" algn="l"/>
                <a:tab pos="1156335" algn="l"/>
              </a:tabLst>
            </a:pPr>
            <a:r>
              <a:rPr spc="-5" dirty="0">
                <a:latin typeface="Calibri"/>
                <a:cs typeface="Calibri"/>
              </a:rPr>
              <a:t>The questions</a:t>
            </a:r>
            <a:r>
              <a:rPr dirty="0">
                <a:latin typeface="Calibri"/>
                <a:cs typeface="Calibri"/>
              </a:rPr>
              <a:t> is</a:t>
            </a:r>
            <a:r>
              <a:rPr spc="-5" dirty="0">
                <a:latin typeface="Calibri"/>
                <a:cs typeface="Calibri"/>
              </a:rPr>
              <a:t> </a:t>
            </a:r>
            <a:r>
              <a:rPr dirty="0">
                <a:latin typeface="Calibri"/>
                <a:cs typeface="Calibri"/>
              </a:rPr>
              <a:t>How</a:t>
            </a:r>
            <a:r>
              <a:rPr spc="-10" dirty="0">
                <a:latin typeface="Calibri"/>
                <a:cs typeface="Calibri"/>
              </a:rPr>
              <a:t> secure</a:t>
            </a:r>
            <a:r>
              <a:rPr spc="-5" dirty="0">
                <a:latin typeface="Calibri"/>
                <a:cs typeface="Calibri"/>
              </a:rPr>
              <a:t> </a:t>
            </a:r>
            <a:r>
              <a:rPr dirty="0">
                <a:latin typeface="Calibri"/>
                <a:cs typeface="Calibri"/>
              </a:rPr>
              <a:t>is</a:t>
            </a:r>
            <a:r>
              <a:rPr spc="-5" dirty="0">
                <a:latin typeface="Calibri"/>
                <a:cs typeface="Calibri"/>
              </a:rPr>
              <a:t> the cloud?</a:t>
            </a:r>
            <a:endParaRPr dirty="0">
              <a:latin typeface="Calibri"/>
              <a:cs typeface="Calibri"/>
            </a:endParaRPr>
          </a:p>
          <a:p>
            <a:pPr marL="756285" lvl="1" indent="-287020">
              <a:lnSpc>
                <a:spcPct val="100000"/>
              </a:lnSpc>
              <a:spcBef>
                <a:spcPts val="405"/>
              </a:spcBef>
              <a:buFont typeface="Arial MT"/>
              <a:buChar char="–"/>
              <a:tabLst>
                <a:tab pos="756285" algn="l"/>
                <a:tab pos="756920" algn="l"/>
              </a:tabLst>
            </a:pPr>
            <a:r>
              <a:rPr spc="-5" dirty="0">
                <a:latin typeface="Calibri"/>
                <a:cs typeface="Calibri"/>
              </a:rPr>
              <a:t>Can</a:t>
            </a:r>
            <a:r>
              <a:rPr spc="15" dirty="0">
                <a:latin typeface="Calibri"/>
                <a:cs typeface="Calibri"/>
              </a:rPr>
              <a:t> </a:t>
            </a:r>
            <a:r>
              <a:rPr spc="-5" dirty="0">
                <a:latin typeface="Calibri"/>
                <a:cs typeface="Calibri"/>
              </a:rPr>
              <a:t>unauthorized</a:t>
            </a:r>
            <a:r>
              <a:rPr spc="15" dirty="0">
                <a:latin typeface="Calibri"/>
                <a:cs typeface="Calibri"/>
              </a:rPr>
              <a:t> </a:t>
            </a:r>
            <a:r>
              <a:rPr spc="-10" dirty="0">
                <a:latin typeface="Calibri"/>
                <a:cs typeface="Calibri"/>
              </a:rPr>
              <a:t>users</a:t>
            </a:r>
            <a:r>
              <a:rPr spc="5" dirty="0">
                <a:latin typeface="Calibri"/>
                <a:cs typeface="Calibri"/>
              </a:rPr>
              <a:t> </a:t>
            </a:r>
            <a:r>
              <a:rPr spc="-10" dirty="0">
                <a:latin typeface="Calibri"/>
                <a:cs typeface="Calibri"/>
              </a:rPr>
              <a:t>gain</a:t>
            </a:r>
            <a:r>
              <a:rPr spc="10" dirty="0">
                <a:latin typeface="Calibri"/>
                <a:cs typeface="Calibri"/>
              </a:rPr>
              <a:t> </a:t>
            </a:r>
            <a:r>
              <a:rPr spc="-5" dirty="0">
                <a:latin typeface="Calibri"/>
                <a:cs typeface="Calibri"/>
              </a:rPr>
              <a:t>access</a:t>
            </a:r>
            <a:r>
              <a:rPr spc="5" dirty="0">
                <a:latin typeface="Calibri"/>
                <a:cs typeface="Calibri"/>
              </a:rPr>
              <a:t> </a:t>
            </a:r>
            <a:r>
              <a:rPr spc="-10" dirty="0">
                <a:latin typeface="Calibri"/>
                <a:cs typeface="Calibri"/>
              </a:rPr>
              <a:t>to</a:t>
            </a:r>
            <a:r>
              <a:rPr dirty="0">
                <a:latin typeface="Calibri"/>
                <a:cs typeface="Calibri"/>
              </a:rPr>
              <a:t> </a:t>
            </a:r>
            <a:r>
              <a:rPr spc="-10" dirty="0">
                <a:latin typeface="Calibri"/>
                <a:cs typeface="Calibri"/>
              </a:rPr>
              <a:t>your</a:t>
            </a:r>
            <a:r>
              <a:rPr spc="5" dirty="0">
                <a:latin typeface="Calibri"/>
                <a:cs typeface="Calibri"/>
              </a:rPr>
              <a:t> </a:t>
            </a:r>
            <a:r>
              <a:rPr spc="-10" dirty="0">
                <a:latin typeface="Calibri"/>
                <a:cs typeface="Calibri"/>
              </a:rPr>
              <a:t>confidential</a:t>
            </a:r>
            <a:r>
              <a:rPr spc="20" dirty="0">
                <a:latin typeface="Calibri"/>
                <a:cs typeface="Calibri"/>
              </a:rPr>
              <a:t> </a:t>
            </a:r>
            <a:r>
              <a:rPr spc="-15" dirty="0">
                <a:latin typeface="Calibri"/>
                <a:cs typeface="Calibri"/>
              </a:rPr>
              <a:t>data</a:t>
            </a:r>
            <a:r>
              <a:rPr dirty="0">
                <a:latin typeface="Calibri"/>
                <a:cs typeface="Calibri"/>
              </a:rPr>
              <a:t> ?</a:t>
            </a:r>
          </a:p>
          <a:p>
            <a:pPr lvl="1">
              <a:lnSpc>
                <a:spcPct val="100000"/>
              </a:lnSpc>
              <a:spcBef>
                <a:spcPts val="35"/>
              </a:spcBef>
              <a:buChar char="–"/>
            </a:pPr>
            <a:endParaRPr dirty="0">
              <a:latin typeface="Calibri"/>
              <a:cs typeface="Calibri"/>
            </a:endParaRPr>
          </a:p>
          <a:p>
            <a:pPr marL="355600" indent="-342900">
              <a:lnSpc>
                <a:spcPct val="100000"/>
              </a:lnSpc>
              <a:buFont typeface="Arial MT"/>
              <a:buChar char="•"/>
              <a:tabLst>
                <a:tab pos="354965" algn="l"/>
                <a:tab pos="355600" algn="l"/>
              </a:tabLst>
            </a:pPr>
            <a:r>
              <a:rPr b="1" spc="-10" dirty="0">
                <a:latin typeface="Calibri"/>
                <a:cs typeface="Calibri"/>
              </a:rPr>
              <a:t>Stored</a:t>
            </a:r>
            <a:r>
              <a:rPr b="1" spc="-35" dirty="0">
                <a:latin typeface="Calibri"/>
                <a:cs typeface="Calibri"/>
              </a:rPr>
              <a:t> </a:t>
            </a:r>
            <a:r>
              <a:rPr b="1" spc="-10" dirty="0">
                <a:latin typeface="Calibri"/>
                <a:cs typeface="Calibri"/>
              </a:rPr>
              <a:t>data</a:t>
            </a:r>
            <a:r>
              <a:rPr b="1" spc="-40" dirty="0">
                <a:latin typeface="Calibri"/>
                <a:cs typeface="Calibri"/>
              </a:rPr>
              <a:t> </a:t>
            </a:r>
            <a:r>
              <a:rPr b="1" spc="-5" dirty="0">
                <a:latin typeface="Calibri"/>
                <a:cs typeface="Calibri"/>
              </a:rPr>
              <a:t>can </a:t>
            </a:r>
            <a:r>
              <a:rPr b="1" dirty="0">
                <a:latin typeface="Calibri"/>
                <a:cs typeface="Calibri"/>
              </a:rPr>
              <a:t>be</a:t>
            </a:r>
            <a:r>
              <a:rPr b="1" spc="-35" dirty="0">
                <a:latin typeface="Calibri"/>
                <a:cs typeface="Calibri"/>
              </a:rPr>
              <a:t> </a:t>
            </a:r>
            <a:r>
              <a:rPr b="1" spc="-5" dirty="0">
                <a:latin typeface="Calibri"/>
                <a:cs typeface="Calibri"/>
              </a:rPr>
              <a:t>lost!</a:t>
            </a:r>
            <a:endParaRPr dirty="0">
              <a:latin typeface="Calibri"/>
              <a:cs typeface="Calibri"/>
            </a:endParaRPr>
          </a:p>
          <a:p>
            <a:pPr marL="756285" lvl="1" indent="-287020">
              <a:lnSpc>
                <a:spcPct val="100000"/>
              </a:lnSpc>
              <a:spcBef>
                <a:spcPts val="405"/>
              </a:spcBef>
              <a:buFont typeface="Arial MT"/>
              <a:buChar char="–"/>
              <a:tabLst>
                <a:tab pos="756285" algn="l"/>
                <a:tab pos="756920" algn="l"/>
              </a:tabLst>
            </a:pPr>
            <a:r>
              <a:rPr spc="-15" dirty="0">
                <a:latin typeface="Calibri"/>
                <a:cs typeface="Calibri"/>
              </a:rPr>
              <a:t>Theoretically,</a:t>
            </a:r>
            <a:r>
              <a:rPr dirty="0">
                <a:latin typeface="Calibri"/>
                <a:cs typeface="Calibri"/>
              </a:rPr>
              <a:t> </a:t>
            </a:r>
            <a:r>
              <a:rPr spc="-15" dirty="0">
                <a:latin typeface="Calibri"/>
                <a:cs typeface="Calibri"/>
              </a:rPr>
              <a:t>data</a:t>
            </a:r>
            <a:r>
              <a:rPr spc="-5" dirty="0">
                <a:latin typeface="Calibri"/>
                <a:cs typeface="Calibri"/>
              </a:rPr>
              <a:t> </a:t>
            </a:r>
            <a:r>
              <a:rPr spc="-15" dirty="0">
                <a:latin typeface="Calibri"/>
                <a:cs typeface="Calibri"/>
              </a:rPr>
              <a:t>stored</a:t>
            </a:r>
            <a:r>
              <a:rPr spc="25" dirty="0">
                <a:latin typeface="Calibri"/>
                <a:cs typeface="Calibri"/>
              </a:rPr>
              <a:t> </a:t>
            </a:r>
            <a:r>
              <a:rPr spc="-5" dirty="0">
                <a:latin typeface="Calibri"/>
                <a:cs typeface="Calibri"/>
              </a:rPr>
              <a:t>in</a:t>
            </a:r>
            <a:r>
              <a:rPr spc="-10" dirty="0">
                <a:latin typeface="Calibri"/>
                <a:cs typeface="Calibri"/>
              </a:rPr>
              <a:t> </a:t>
            </a:r>
            <a:r>
              <a:rPr spc="-5" dirty="0">
                <a:latin typeface="Calibri"/>
                <a:cs typeface="Calibri"/>
              </a:rPr>
              <a:t>the</a:t>
            </a:r>
            <a:r>
              <a:rPr spc="10" dirty="0">
                <a:latin typeface="Calibri"/>
                <a:cs typeface="Calibri"/>
              </a:rPr>
              <a:t> </a:t>
            </a:r>
            <a:r>
              <a:rPr spc="-5" dirty="0">
                <a:latin typeface="Calibri"/>
                <a:cs typeface="Calibri"/>
              </a:rPr>
              <a:t>cloud</a:t>
            </a:r>
            <a:r>
              <a:rPr dirty="0">
                <a:latin typeface="Calibri"/>
                <a:cs typeface="Calibri"/>
              </a:rPr>
              <a:t> </a:t>
            </a:r>
            <a:r>
              <a:rPr spc="-5" dirty="0">
                <a:latin typeface="Calibri"/>
                <a:cs typeface="Calibri"/>
              </a:rPr>
              <a:t>is </a:t>
            </a:r>
            <a:r>
              <a:rPr spc="-15" dirty="0">
                <a:latin typeface="Calibri"/>
                <a:cs typeface="Calibri"/>
              </a:rPr>
              <a:t>safe,</a:t>
            </a:r>
            <a:r>
              <a:rPr spc="5" dirty="0">
                <a:latin typeface="Calibri"/>
                <a:cs typeface="Calibri"/>
              </a:rPr>
              <a:t> </a:t>
            </a:r>
            <a:r>
              <a:rPr spc="-10" dirty="0">
                <a:latin typeface="Calibri"/>
                <a:cs typeface="Calibri"/>
              </a:rPr>
              <a:t>replicated across</a:t>
            </a:r>
            <a:r>
              <a:rPr spc="25" dirty="0">
                <a:latin typeface="Calibri"/>
                <a:cs typeface="Calibri"/>
              </a:rPr>
              <a:t> </a:t>
            </a:r>
            <a:r>
              <a:rPr spc="-5" dirty="0">
                <a:latin typeface="Calibri"/>
                <a:cs typeface="Calibri"/>
              </a:rPr>
              <a:t>multiple</a:t>
            </a:r>
            <a:r>
              <a:rPr spc="-25" dirty="0">
                <a:latin typeface="Calibri"/>
                <a:cs typeface="Calibri"/>
              </a:rPr>
              <a:t> </a:t>
            </a:r>
            <a:r>
              <a:rPr spc="-5" dirty="0">
                <a:latin typeface="Calibri"/>
                <a:cs typeface="Calibri"/>
              </a:rPr>
              <a:t>machines.</a:t>
            </a:r>
            <a:endParaRPr dirty="0">
              <a:latin typeface="Calibri"/>
              <a:cs typeface="Calibri"/>
            </a:endParaRPr>
          </a:p>
          <a:p>
            <a:pPr marL="756285" lvl="1" indent="-287020">
              <a:lnSpc>
                <a:spcPct val="100000"/>
              </a:lnSpc>
              <a:spcBef>
                <a:spcPts val="385"/>
              </a:spcBef>
              <a:buFont typeface="Arial MT"/>
              <a:buChar char="–"/>
              <a:tabLst>
                <a:tab pos="756285" algn="l"/>
                <a:tab pos="756920" algn="l"/>
              </a:tabLst>
            </a:pPr>
            <a:r>
              <a:rPr spc="-5" dirty="0">
                <a:latin typeface="Calibri"/>
                <a:cs typeface="Calibri"/>
              </a:rPr>
              <a:t>But</a:t>
            </a:r>
            <a:r>
              <a:rPr spc="10" dirty="0">
                <a:latin typeface="Calibri"/>
                <a:cs typeface="Calibri"/>
              </a:rPr>
              <a:t> </a:t>
            </a:r>
            <a:r>
              <a:rPr spc="-5" dirty="0">
                <a:latin typeface="Calibri"/>
                <a:cs typeface="Calibri"/>
              </a:rPr>
              <a:t>on</a:t>
            </a:r>
            <a:r>
              <a:rPr spc="5" dirty="0">
                <a:latin typeface="Calibri"/>
                <a:cs typeface="Calibri"/>
              </a:rPr>
              <a:t> </a:t>
            </a:r>
            <a:r>
              <a:rPr spc="-5" dirty="0">
                <a:latin typeface="Calibri"/>
                <a:cs typeface="Calibri"/>
              </a:rPr>
              <a:t>the</a:t>
            </a:r>
            <a:r>
              <a:rPr dirty="0">
                <a:latin typeface="Calibri"/>
                <a:cs typeface="Calibri"/>
              </a:rPr>
              <a:t> </a:t>
            </a:r>
            <a:r>
              <a:rPr spc="-10" dirty="0">
                <a:latin typeface="Calibri"/>
                <a:cs typeface="Calibri"/>
              </a:rPr>
              <a:t>off</a:t>
            </a:r>
            <a:r>
              <a:rPr dirty="0">
                <a:latin typeface="Calibri"/>
                <a:cs typeface="Calibri"/>
              </a:rPr>
              <a:t> </a:t>
            </a:r>
            <a:r>
              <a:rPr spc="-5" dirty="0">
                <a:latin typeface="Calibri"/>
                <a:cs typeface="Calibri"/>
              </a:rPr>
              <a:t>chance</a:t>
            </a:r>
            <a:r>
              <a:rPr spc="10" dirty="0">
                <a:latin typeface="Calibri"/>
                <a:cs typeface="Calibri"/>
              </a:rPr>
              <a:t> </a:t>
            </a:r>
            <a:r>
              <a:rPr spc="-5" dirty="0">
                <a:latin typeface="Calibri"/>
                <a:cs typeface="Calibri"/>
              </a:rPr>
              <a:t>that</a:t>
            </a:r>
            <a:r>
              <a:rPr spc="-20" dirty="0">
                <a:latin typeface="Calibri"/>
                <a:cs typeface="Calibri"/>
              </a:rPr>
              <a:t> </a:t>
            </a:r>
            <a:r>
              <a:rPr spc="-15" dirty="0">
                <a:latin typeface="Calibri"/>
                <a:cs typeface="Calibri"/>
              </a:rPr>
              <a:t>your</a:t>
            </a:r>
            <a:r>
              <a:rPr spc="30" dirty="0">
                <a:latin typeface="Calibri"/>
                <a:cs typeface="Calibri"/>
              </a:rPr>
              <a:t> </a:t>
            </a:r>
            <a:r>
              <a:rPr spc="-15" dirty="0">
                <a:latin typeface="Calibri"/>
                <a:cs typeface="Calibri"/>
              </a:rPr>
              <a:t>data</a:t>
            </a:r>
            <a:r>
              <a:rPr spc="-10" dirty="0">
                <a:latin typeface="Calibri"/>
                <a:cs typeface="Calibri"/>
              </a:rPr>
              <a:t> goes</a:t>
            </a:r>
            <a:r>
              <a:rPr spc="10" dirty="0">
                <a:latin typeface="Calibri"/>
                <a:cs typeface="Calibri"/>
              </a:rPr>
              <a:t> </a:t>
            </a:r>
            <a:r>
              <a:rPr spc="-5" dirty="0">
                <a:latin typeface="Calibri"/>
                <a:cs typeface="Calibri"/>
              </a:rPr>
              <a:t>missing,</a:t>
            </a:r>
            <a:r>
              <a:rPr spc="-15" dirty="0">
                <a:latin typeface="Calibri"/>
                <a:cs typeface="Calibri"/>
              </a:rPr>
              <a:t> you</a:t>
            </a:r>
            <a:r>
              <a:rPr spc="20" dirty="0">
                <a:latin typeface="Calibri"/>
                <a:cs typeface="Calibri"/>
              </a:rPr>
              <a:t> </a:t>
            </a:r>
            <a:r>
              <a:rPr spc="-15" dirty="0">
                <a:latin typeface="Calibri"/>
                <a:cs typeface="Calibri"/>
              </a:rPr>
              <a:t>have</a:t>
            </a:r>
            <a:r>
              <a:rPr spc="-5" dirty="0">
                <a:latin typeface="Calibri"/>
                <a:cs typeface="Calibri"/>
              </a:rPr>
              <a:t> no</a:t>
            </a:r>
            <a:r>
              <a:rPr spc="10" dirty="0">
                <a:latin typeface="Calibri"/>
                <a:cs typeface="Calibri"/>
              </a:rPr>
              <a:t> </a:t>
            </a:r>
            <a:r>
              <a:rPr spc="-10" dirty="0">
                <a:latin typeface="Calibri"/>
                <a:cs typeface="Calibri"/>
              </a:rPr>
              <a:t>physical</a:t>
            </a:r>
            <a:r>
              <a:rPr spc="-20" dirty="0">
                <a:latin typeface="Calibri"/>
                <a:cs typeface="Calibri"/>
              </a:rPr>
              <a:t> </a:t>
            </a:r>
            <a:r>
              <a:rPr spc="-5" dirty="0">
                <a:latin typeface="Calibri"/>
                <a:cs typeface="Calibri"/>
              </a:rPr>
              <a:t>or</a:t>
            </a:r>
            <a:r>
              <a:rPr spc="15" dirty="0">
                <a:latin typeface="Calibri"/>
                <a:cs typeface="Calibri"/>
              </a:rPr>
              <a:t> </a:t>
            </a:r>
            <a:r>
              <a:rPr spc="-5" dirty="0">
                <a:latin typeface="Calibri"/>
                <a:cs typeface="Calibri"/>
              </a:rPr>
              <a:t>local</a:t>
            </a:r>
            <a:r>
              <a:rPr spc="-10" dirty="0">
                <a:latin typeface="Calibri"/>
                <a:cs typeface="Calibri"/>
              </a:rPr>
              <a:t> backup.</a:t>
            </a:r>
            <a:endParaRPr dirty="0">
              <a:latin typeface="Calibri"/>
              <a:cs typeface="Calibri"/>
            </a:endParaRPr>
          </a:p>
          <a:p>
            <a:pPr marL="1155700" lvl="2" indent="-229235">
              <a:lnSpc>
                <a:spcPct val="100000"/>
              </a:lnSpc>
              <a:spcBef>
                <a:spcPts val="315"/>
              </a:spcBef>
              <a:buFont typeface="Arial MT"/>
              <a:buChar char="•"/>
              <a:tabLst>
                <a:tab pos="1155700" algn="l"/>
                <a:tab pos="1156335" algn="l"/>
              </a:tabLst>
            </a:pPr>
            <a:r>
              <a:rPr dirty="0">
                <a:latin typeface="Calibri"/>
                <a:cs typeface="Calibri"/>
              </a:rPr>
              <a:t>Put</a:t>
            </a:r>
            <a:r>
              <a:rPr spc="-15" dirty="0">
                <a:latin typeface="Calibri"/>
                <a:cs typeface="Calibri"/>
              </a:rPr>
              <a:t> simply,</a:t>
            </a:r>
            <a:r>
              <a:rPr spc="5" dirty="0">
                <a:latin typeface="Calibri"/>
                <a:cs typeface="Calibri"/>
              </a:rPr>
              <a:t> </a:t>
            </a:r>
            <a:r>
              <a:rPr spc="-5" dirty="0">
                <a:latin typeface="Calibri"/>
                <a:cs typeface="Calibri"/>
              </a:rPr>
              <a:t>relying</a:t>
            </a:r>
            <a:r>
              <a:rPr spc="-35" dirty="0">
                <a:latin typeface="Calibri"/>
                <a:cs typeface="Calibri"/>
              </a:rPr>
              <a:t> </a:t>
            </a:r>
            <a:r>
              <a:rPr dirty="0">
                <a:latin typeface="Calibri"/>
                <a:cs typeface="Calibri"/>
              </a:rPr>
              <a:t>on</a:t>
            </a:r>
            <a:r>
              <a:rPr spc="-5" dirty="0">
                <a:latin typeface="Calibri"/>
                <a:cs typeface="Calibri"/>
              </a:rPr>
              <a:t> </a:t>
            </a:r>
            <a:r>
              <a:rPr dirty="0">
                <a:latin typeface="Calibri"/>
                <a:cs typeface="Calibri"/>
              </a:rPr>
              <a:t>the</a:t>
            </a:r>
            <a:r>
              <a:rPr spc="-5" dirty="0">
                <a:latin typeface="Calibri"/>
                <a:cs typeface="Calibri"/>
              </a:rPr>
              <a:t> cloud </a:t>
            </a:r>
            <a:r>
              <a:rPr dirty="0">
                <a:latin typeface="Calibri"/>
                <a:cs typeface="Calibri"/>
              </a:rPr>
              <a:t>puts</a:t>
            </a:r>
            <a:r>
              <a:rPr spc="-15" dirty="0">
                <a:latin typeface="Calibri"/>
                <a:cs typeface="Calibri"/>
              </a:rPr>
              <a:t> </a:t>
            </a:r>
            <a:r>
              <a:rPr spc="-10" dirty="0">
                <a:latin typeface="Calibri"/>
                <a:cs typeface="Calibri"/>
              </a:rPr>
              <a:t>you</a:t>
            </a:r>
            <a:r>
              <a:rPr spc="-15" dirty="0">
                <a:latin typeface="Calibri"/>
                <a:cs typeface="Calibri"/>
              </a:rPr>
              <a:t> </a:t>
            </a:r>
            <a:r>
              <a:rPr spc="-10" dirty="0">
                <a:latin typeface="Calibri"/>
                <a:cs typeface="Calibri"/>
              </a:rPr>
              <a:t>at</a:t>
            </a:r>
            <a:r>
              <a:rPr spc="5" dirty="0">
                <a:latin typeface="Calibri"/>
                <a:cs typeface="Calibri"/>
              </a:rPr>
              <a:t> </a:t>
            </a:r>
            <a:r>
              <a:rPr spc="-5" dirty="0">
                <a:latin typeface="Calibri"/>
                <a:cs typeface="Calibri"/>
              </a:rPr>
              <a:t>risk </a:t>
            </a:r>
            <a:r>
              <a:rPr dirty="0">
                <a:latin typeface="Calibri"/>
                <a:cs typeface="Calibri"/>
              </a:rPr>
              <a:t>if</a:t>
            </a:r>
            <a:r>
              <a:rPr spc="-5" dirty="0">
                <a:latin typeface="Calibri"/>
                <a:cs typeface="Calibri"/>
              </a:rPr>
              <a:t> </a:t>
            </a:r>
            <a:r>
              <a:rPr dirty="0">
                <a:latin typeface="Calibri"/>
                <a:cs typeface="Calibri"/>
              </a:rPr>
              <a:t>the</a:t>
            </a:r>
            <a:r>
              <a:rPr spc="-5" dirty="0">
                <a:latin typeface="Calibri"/>
                <a:cs typeface="Calibri"/>
              </a:rPr>
              <a:t> cloud</a:t>
            </a:r>
            <a:r>
              <a:rPr spc="-10" dirty="0">
                <a:latin typeface="Calibri"/>
                <a:cs typeface="Calibri"/>
              </a:rPr>
              <a:t> </a:t>
            </a:r>
            <a:r>
              <a:rPr spc="-5" dirty="0">
                <a:latin typeface="Calibri"/>
                <a:cs typeface="Calibri"/>
              </a:rPr>
              <a:t>lets</a:t>
            </a:r>
            <a:r>
              <a:rPr spc="15" dirty="0">
                <a:latin typeface="Calibri"/>
                <a:cs typeface="Calibri"/>
              </a:rPr>
              <a:t> </a:t>
            </a:r>
            <a:r>
              <a:rPr spc="-10" dirty="0">
                <a:latin typeface="Calibri"/>
                <a:cs typeface="Calibri"/>
              </a:rPr>
              <a:t>you</a:t>
            </a:r>
            <a:r>
              <a:rPr spc="-15" dirty="0">
                <a:latin typeface="Calibri"/>
                <a:cs typeface="Calibri"/>
              </a:rPr>
              <a:t> </a:t>
            </a:r>
            <a:r>
              <a:rPr spc="-5" dirty="0">
                <a:latin typeface="Calibri"/>
                <a:cs typeface="Calibri"/>
              </a:rPr>
              <a:t>down.</a:t>
            </a:r>
            <a:endParaRPr dirty="0">
              <a:latin typeface="Calibri"/>
              <a:cs typeface="Calibri"/>
            </a:endParaRPr>
          </a:p>
        </p:txBody>
      </p:sp>
      <p:sp>
        <p:nvSpPr>
          <p:cNvPr id="5" name="Footer Placeholder 4">
            <a:extLst>
              <a:ext uri="{FF2B5EF4-FFF2-40B4-BE49-F238E27FC236}">
                <a16:creationId xmlns:a16="http://schemas.microsoft.com/office/drawing/2014/main" id="{5B72A0F9-3658-8E50-3BAD-973D21B3D829}"/>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52652"/>
            <a:ext cx="4756150" cy="998350"/>
          </a:xfrm>
          <a:prstGeom prst="rect">
            <a:avLst/>
          </a:prstGeom>
        </p:spPr>
        <p:txBody>
          <a:bodyPr vert="horz" wrap="square" lIns="0" tIns="13335" rIns="0" bIns="0" rtlCol="0">
            <a:spAutoFit/>
          </a:bodyPr>
          <a:lstStyle/>
          <a:p>
            <a:pPr marL="12700" algn="ctr">
              <a:lnSpc>
                <a:spcPct val="100000"/>
              </a:lnSpc>
              <a:spcBef>
                <a:spcPts val="105"/>
              </a:spcBef>
            </a:pPr>
            <a:r>
              <a:rPr sz="3200" b="1" spc="-15" dirty="0"/>
              <a:t>Disadvantages</a:t>
            </a:r>
            <a:r>
              <a:rPr sz="3200" b="1" spc="-35" dirty="0"/>
              <a:t> </a:t>
            </a:r>
            <a:r>
              <a:rPr sz="3200" b="1" dirty="0"/>
              <a:t>of</a:t>
            </a:r>
            <a:r>
              <a:rPr sz="3200" b="1" spc="-50" dirty="0"/>
              <a:t> </a:t>
            </a:r>
            <a:r>
              <a:rPr sz="3200" b="1" spc="-5" dirty="0"/>
              <a:t>Cloud</a:t>
            </a:r>
            <a:r>
              <a:rPr sz="3200" b="1" spc="-25" dirty="0"/>
              <a:t> </a:t>
            </a:r>
            <a:r>
              <a:rPr sz="3200" b="1" dirty="0"/>
              <a:t>Computing</a:t>
            </a:r>
          </a:p>
        </p:txBody>
      </p:sp>
      <p:sp>
        <p:nvSpPr>
          <p:cNvPr id="6" name="object 6"/>
          <p:cNvSpPr txBox="1">
            <a:spLocks noGrp="1"/>
          </p:cNvSpPr>
          <p:nvPr>
            <p:ph type="sldNum" sz="quarter" idx="12"/>
          </p:nvPr>
        </p:nvSpPr>
        <p:spPr>
          <a:prstGeom prst="rect">
            <a:avLst/>
          </a:prstGeom>
        </p:spPr>
        <p:txBody>
          <a:bodyPr vert="horz" wrap="square" lIns="0" tIns="5715" rIns="0" bIns="0" rtlCol="0">
            <a:spAutoFit/>
          </a:bodyPr>
          <a:lstStyle/>
          <a:p>
            <a:pPr marL="38100">
              <a:lnSpc>
                <a:spcPct val="100000"/>
              </a:lnSpc>
              <a:spcBef>
                <a:spcPts val="45"/>
              </a:spcBef>
            </a:pPr>
            <a:r>
              <a:rPr dirty="0"/>
              <a:t>25</a:t>
            </a:r>
          </a:p>
        </p:txBody>
      </p:sp>
      <p:sp>
        <p:nvSpPr>
          <p:cNvPr id="3" name="object 3"/>
          <p:cNvSpPr txBox="1"/>
          <p:nvPr/>
        </p:nvSpPr>
        <p:spPr>
          <a:xfrm>
            <a:off x="307340" y="908684"/>
            <a:ext cx="1645285" cy="299720"/>
          </a:xfrm>
          <a:prstGeom prst="rect">
            <a:avLst/>
          </a:prstGeom>
        </p:spPr>
        <p:txBody>
          <a:bodyPr vert="horz" wrap="square" lIns="0" tIns="12700" rIns="0" bIns="0" rtlCol="0">
            <a:spAutoFit/>
          </a:bodyPr>
          <a:lstStyle/>
          <a:p>
            <a:pPr marL="424180" indent="-411480">
              <a:lnSpc>
                <a:spcPct val="100000"/>
              </a:lnSpc>
              <a:spcBef>
                <a:spcPts val="100"/>
              </a:spcBef>
              <a:buSzPct val="133333"/>
              <a:buFont typeface="Arial MT"/>
              <a:buChar char="•"/>
              <a:tabLst>
                <a:tab pos="423545" algn="l"/>
                <a:tab pos="424180" algn="l"/>
              </a:tabLst>
            </a:pPr>
            <a:r>
              <a:rPr sz="1800" b="1" dirty="0">
                <a:uFill>
                  <a:solidFill>
                    <a:srgbClr val="FF0000"/>
                  </a:solidFill>
                </a:uFill>
                <a:latin typeface="Calibri"/>
                <a:cs typeface="Calibri"/>
              </a:rPr>
              <a:t>HPC</a:t>
            </a:r>
            <a:r>
              <a:rPr sz="1800" b="1" spc="-75" dirty="0">
                <a:uFill>
                  <a:solidFill>
                    <a:srgbClr val="FF0000"/>
                  </a:solidFill>
                </a:uFill>
                <a:latin typeface="Calibri"/>
                <a:cs typeface="Calibri"/>
              </a:rPr>
              <a:t> </a:t>
            </a:r>
            <a:r>
              <a:rPr sz="1800" b="1" spc="-15" dirty="0">
                <a:uFill>
                  <a:solidFill>
                    <a:srgbClr val="FF0000"/>
                  </a:solidFill>
                </a:uFill>
                <a:latin typeface="Calibri"/>
                <a:cs typeface="Calibri"/>
              </a:rPr>
              <a:t>S</a:t>
            </a:r>
            <a:r>
              <a:rPr sz="1800" b="1" spc="-15" dirty="0">
                <a:latin typeface="Calibri"/>
                <a:cs typeface="Calibri"/>
              </a:rPr>
              <a:t>ystems</a:t>
            </a:r>
            <a:endParaRPr sz="1800" dirty="0">
              <a:latin typeface="Calibri"/>
              <a:cs typeface="Calibri"/>
            </a:endParaRPr>
          </a:p>
        </p:txBody>
      </p:sp>
      <p:sp>
        <p:nvSpPr>
          <p:cNvPr id="4" name="object 4"/>
          <p:cNvSpPr txBox="1"/>
          <p:nvPr/>
        </p:nvSpPr>
        <p:spPr>
          <a:xfrm>
            <a:off x="307340" y="1205640"/>
            <a:ext cx="8296909" cy="2861945"/>
          </a:xfrm>
          <a:prstGeom prst="rect">
            <a:avLst/>
          </a:prstGeom>
        </p:spPr>
        <p:txBody>
          <a:bodyPr vert="horz" wrap="square" lIns="0" tIns="61594" rIns="0" bIns="0" rtlCol="0">
            <a:spAutoFit/>
          </a:bodyPr>
          <a:lstStyle/>
          <a:p>
            <a:pPr marL="756285" indent="-287655">
              <a:lnSpc>
                <a:spcPct val="100000"/>
              </a:lnSpc>
              <a:spcBef>
                <a:spcPts val="484"/>
              </a:spcBef>
              <a:buFont typeface="Arial MT"/>
              <a:buChar char="–"/>
              <a:tabLst>
                <a:tab pos="756285" algn="l"/>
                <a:tab pos="756920" algn="l"/>
              </a:tabLst>
            </a:pPr>
            <a:r>
              <a:rPr sz="1600" spc="-5" dirty="0">
                <a:latin typeface="Calibri"/>
                <a:cs typeface="Calibri"/>
              </a:rPr>
              <a:t>Not</a:t>
            </a:r>
            <a:r>
              <a:rPr sz="1600" spc="20" dirty="0">
                <a:latin typeface="Calibri"/>
                <a:cs typeface="Calibri"/>
              </a:rPr>
              <a:t> </a:t>
            </a:r>
            <a:r>
              <a:rPr sz="1600" spc="-5" dirty="0">
                <a:latin typeface="Calibri"/>
                <a:cs typeface="Calibri"/>
              </a:rPr>
              <a:t>clear</a:t>
            </a:r>
            <a:r>
              <a:rPr sz="1600" spc="20" dirty="0">
                <a:latin typeface="Calibri"/>
                <a:cs typeface="Calibri"/>
              </a:rPr>
              <a:t> </a:t>
            </a:r>
            <a:r>
              <a:rPr sz="1600" spc="-10" dirty="0">
                <a:latin typeface="Calibri"/>
                <a:cs typeface="Calibri"/>
              </a:rPr>
              <a:t>that</a:t>
            </a:r>
            <a:r>
              <a:rPr sz="1600" spc="-5" dirty="0">
                <a:latin typeface="Calibri"/>
                <a:cs typeface="Calibri"/>
              </a:rPr>
              <a:t> </a:t>
            </a:r>
            <a:r>
              <a:rPr sz="1600" spc="-15" dirty="0">
                <a:latin typeface="Calibri"/>
                <a:cs typeface="Calibri"/>
              </a:rPr>
              <a:t>you</a:t>
            </a:r>
            <a:r>
              <a:rPr sz="1600" spc="35" dirty="0">
                <a:latin typeface="Calibri"/>
                <a:cs typeface="Calibri"/>
              </a:rPr>
              <a:t> </a:t>
            </a:r>
            <a:r>
              <a:rPr sz="1600" spc="-10" dirty="0">
                <a:latin typeface="Calibri"/>
                <a:cs typeface="Calibri"/>
              </a:rPr>
              <a:t>can</a:t>
            </a:r>
            <a:r>
              <a:rPr sz="1600" dirty="0">
                <a:latin typeface="Calibri"/>
                <a:cs typeface="Calibri"/>
              </a:rPr>
              <a:t> </a:t>
            </a:r>
            <a:r>
              <a:rPr sz="1600" spc="-10" dirty="0">
                <a:latin typeface="Calibri"/>
                <a:cs typeface="Calibri"/>
              </a:rPr>
              <a:t>run</a:t>
            </a:r>
            <a:r>
              <a:rPr sz="1600" spc="20" dirty="0">
                <a:latin typeface="Calibri"/>
                <a:cs typeface="Calibri"/>
              </a:rPr>
              <a:t> </a:t>
            </a:r>
            <a:r>
              <a:rPr sz="1600" spc="-10" dirty="0">
                <a:latin typeface="Calibri"/>
                <a:cs typeface="Calibri"/>
              </a:rPr>
              <a:t>compute-intensive HPC</a:t>
            </a:r>
            <a:r>
              <a:rPr sz="1600" spc="15" dirty="0">
                <a:latin typeface="Calibri"/>
                <a:cs typeface="Calibri"/>
              </a:rPr>
              <a:t> </a:t>
            </a:r>
            <a:r>
              <a:rPr sz="1600" spc="-10" dirty="0">
                <a:latin typeface="Calibri"/>
                <a:cs typeface="Calibri"/>
              </a:rPr>
              <a:t>applications</a:t>
            </a:r>
            <a:r>
              <a:rPr sz="1600" spc="-15" dirty="0">
                <a:latin typeface="Calibri"/>
                <a:cs typeface="Calibri"/>
              </a:rPr>
              <a:t> </a:t>
            </a:r>
            <a:r>
              <a:rPr sz="1600" spc="-10" dirty="0">
                <a:latin typeface="Calibri"/>
                <a:cs typeface="Calibri"/>
              </a:rPr>
              <a:t>that</a:t>
            </a:r>
            <a:r>
              <a:rPr sz="1600" dirty="0">
                <a:latin typeface="Calibri"/>
                <a:cs typeface="Calibri"/>
              </a:rPr>
              <a:t> </a:t>
            </a:r>
            <a:r>
              <a:rPr sz="1600" spc="-10" dirty="0">
                <a:latin typeface="Calibri"/>
                <a:cs typeface="Calibri"/>
              </a:rPr>
              <a:t>use</a:t>
            </a:r>
            <a:r>
              <a:rPr sz="1600" spc="15" dirty="0">
                <a:latin typeface="Calibri"/>
                <a:cs typeface="Calibri"/>
              </a:rPr>
              <a:t> </a:t>
            </a:r>
            <a:r>
              <a:rPr sz="1600" spc="-5" dirty="0">
                <a:latin typeface="Calibri"/>
                <a:cs typeface="Calibri"/>
              </a:rPr>
              <a:t>MPI/OpenMP!</a:t>
            </a:r>
            <a:endParaRPr sz="1600" dirty="0">
              <a:latin typeface="Calibri"/>
              <a:cs typeface="Calibri"/>
            </a:endParaRPr>
          </a:p>
          <a:p>
            <a:pPr marL="756285" indent="-287655">
              <a:lnSpc>
                <a:spcPct val="100000"/>
              </a:lnSpc>
              <a:spcBef>
                <a:spcPts val="380"/>
              </a:spcBef>
              <a:buFont typeface="Arial MT"/>
              <a:buChar char="–"/>
              <a:tabLst>
                <a:tab pos="756285" algn="l"/>
                <a:tab pos="756920" algn="l"/>
              </a:tabLst>
            </a:pPr>
            <a:r>
              <a:rPr sz="1600" spc="-5" dirty="0">
                <a:latin typeface="Calibri"/>
                <a:cs typeface="Calibri"/>
              </a:rPr>
              <a:t>Scheduling</a:t>
            </a:r>
            <a:r>
              <a:rPr sz="1600" spc="-10" dirty="0">
                <a:latin typeface="Calibri"/>
                <a:cs typeface="Calibri"/>
              </a:rPr>
              <a:t> </a:t>
            </a:r>
            <a:r>
              <a:rPr sz="1600" spc="-5" dirty="0">
                <a:latin typeface="Calibri"/>
                <a:cs typeface="Calibri"/>
              </a:rPr>
              <a:t>is</a:t>
            </a:r>
            <a:r>
              <a:rPr sz="1600" spc="-10" dirty="0">
                <a:latin typeface="Calibri"/>
                <a:cs typeface="Calibri"/>
              </a:rPr>
              <a:t> important</a:t>
            </a:r>
            <a:r>
              <a:rPr sz="1600" dirty="0">
                <a:latin typeface="Calibri"/>
                <a:cs typeface="Calibri"/>
              </a:rPr>
              <a:t> </a:t>
            </a:r>
            <a:r>
              <a:rPr sz="1600" spc="-5" dirty="0">
                <a:latin typeface="Calibri"/>
                <a:cs typeface="Calibri"/>
              </a:rPr>
              <a:t>with</a:t>
            </a:r>
            <a:r>
              <a:rPr sz="1600" dirty="0">
                <a:latin typeface="Calibri"/>
                <a:cs typeface="Calibri"/>
              </a:rPr>
              <a:t> </a:t>
            </a:r>
            <a:r>
              <a:rPr sz="1600" spc="-5" dirty="0">
                <a:latin typeface="Calibri"/>
                <a:cs typeface="Calibri"/>
              </a:rPr>
              <a:t>this</a:t>
            </a:r>
            <a:r>
              <a:rPr sz="1600" spc="-15" dirty="0">
                <a:latin typeface="Calibri"/>
                <a:cs typeface="Calibri"/>
              </a:rPr>
              <a:t> </a:t>
            </a:r>
            <a:r>
              <a:rPr sz="1600" spc="-5" dirty="0">
                <a:latin typeface="Calibri"/>
                <a:cs typeface="Calibri"/>
              </a:rPr>
              <a:t>type</a:t>
            </a:r>
            <a:r>
              <a:rPr sz="1600" spc="10" dirty="0">
                <a:latin typeface="Calibri"/>
                <a:cs typeface="Calibri"/>
              </a:rPr>
              <a:t> </a:t>
            </a:r>
            <a:r>
              <a:rPr sz="1600" spc="-5" dirty="0">
                <a:latin typeface="Calibri"/>
                <a:cs typeface="Calibri"/>
              </a:rPr>
              <a:t>of</a:t>
            </a:r>
            <a:r>
              <a:rPr sz="1600" spc="10" dirty="0">
                <a:latin typeface="Calibri"/>
                <a:cs typeface="Calibri"/>
              </a:rPr>
              <a:t> </a:t>
            </a:r>
            <a:r>
              <a:rPr sz="1600" spc="-10" dirty="0">
                <a:latin typeface="Calibri"/>
                <a:cs typeface="Calibri"/>
              </a:rPr>
              <a:t>application</a:t>
            </a:r>
            <a:endParaRPr sz="1600" dirty="0">
              <a:latin typeface="Calibri"/>
              <a:cs typeface="Calibri"/>
            </a:endParaRPr>
          </a:p>
          <a:p>
            <a:pPr marL="1155700" lvl="1" indent="-229235">
              <a:lnSpc>
                <a:spcPct val="100000"/>
              </a:lnSpc>
              <a:spcBef>
                <a:spcPts val="345"/>
              </a:spcBef>
              <a:buFont typeface="Arial MT"/>
              <a:buChar char="•"/>
              <a:tabLst>
                <a:tab pos="1155700" algn="l"/>
                <a:tab pos="1156335" algn="l"/>
              </a:tabLst>
            </a:pPr>
            <a:r>
              <a:rPr sz="1400" dirty="0">
                <a:latin typeface="Calibri"/>
                <a:cs typeface="Calibri"/>
              </a:rPr>
              <a:t>as </a:t>
            </a:r>
            <a:r>
              <a:rPr sz="1400" spc="-5" dirty="0">
                <a:latin typeface="Calibri"/>
                <a:cs typeface="Calibri"/>
              </a:rPr>
              <a:t>you</a:t>
            </a:r>
            <a:r>
              <a:rPr sz="1400" dirty="0">
                <a:latin typeface="Calibri"/>
                <a:cs typeface="Calibri"/>
              </a:rPr>
              <a:t> </a:t>
            </a:r>
            <a:r>
              <a:rPr sz="1400" spc="-10" dirty="0">
                <a:latin typeface="Calibri"/>
                <a:cs typeface="Calibri"/>
              </a:rPr>
              <a:t>want</a:t>
            </a:r>
            <a:r>
              <a:rPr sz="1400" spc="-5" dirty="0">
                <a:latin typeface="Calibri"/>
                <a:cs typeface="Calibri"/>
              </a:rPr>
              <a:t> </a:t>
            </a:r>
            <a:r>
              <a:rPr sz="1400" dirty="0">
                <a:latin typeface="Calibri"/>
                <a:cs typeface="Calibri"/>
              </a:rPr>
              <a:t>all</a:t>
            </a:r>
            <a:r>
              <a:rPr sz="1400" spc="15" dirty="0">
                <a:latin typeface="Calibri"/>
                <a:cs typeface="Calibri"/>
              </a:rPr>
              <a:t> </a:t>
            </a:r>
            <a:r>
              <a:rPr sz="1400" spc="-5" dirty="0">
                <a:latin typeface="Calibri"/>
                <a:cs typeface="Calibri"/>
              </a:rPr>
              <a:t>the</a:t>
            </a:r>
            <a:r>
              <a:rPr sz="1400" dirty="0">
                <a:latin typeface="Calibri"/>
                <a:cs typeface="Calibri"/>
              </a:rPr>
              <a:t> VM</a:t>
            </a:r>
            <a:r>
              <a:rPr sz="1400" spc="10" dirty="0">
                <a:latin typeface="Calibri"/>
                <a:cs typeface="Calibri"/>
              </a:rPr>
              <a:t> </a:t>
            </a:r>
            <a:r>
              <a:rPr sz="1400" spc="-10" dirty="0">
                <a:latin typeface="Calibri"/>
                <a:cs typeface="Calibri"/>
              </a:rPr>
              <a:t>to</a:t>
            </a:r>
            <a:r>
              <a:rPr sz="1400" spc="5" dirty="0">
                <a:latin typeface="Calibri"/>
                <a:cs typeface="Calibri"/>
              </a:rPr>
              <a:t> </a:t>
            </a:r>
            <a:r>
              <a:rPr sz="1400" spc="-5" dirty="0">
                <a:latin typeface="Calibri"/>
                <a:cs typeface="Calibri"/>
              </a:rPr>
              <a:t>be</a:t>
            </a:r>
            <a:r>
              <a:rPr sz="1400" dirty="0">
                <a:latin typeface="Calibri"/>
                <a:cs typeface="Calibri"/>
              </a:rPr>
              <a:t> </a:t>
            </a:r>
            <a:r>
              <a:rPr sz="1400" spc="-5" dirty="0">
                <a:latin typeface="Calibri"/>
                <a:cs typeface="Calibri"/>
              </a:rPr>
              <a:t>co-located</a:t>
            </a:r>
            <a:r>
              <a:rPr sz="1400" spc="-20" dirty="0">
                <a:latin typeface="Calibri"/>
                <a:cs typeface="Calibri"/>
              </a:rPr>
              <a:t> </a:t>
            </a:r>
            <a:r>
              <a:rPr sz="1400" spc="-10" dirty="0">
                <a:latin typeface="Calibri"/>
                <a:cs typeface="Calibri"/>
              </a:rPr>
              <a:t>to</a:t>
            </a:r>
            <a:r>
              <a:rPr sz="1400" dirty="0">
                <a:latin typeface="Calibri"/>
                <a:cs typeface="Calibri"/>
              </a:rPr>
              <a:t> </a:t>
            </a:r>
            <a:r>
              <a:rPr sz="1400" spc="-10" dirty="0">
                <a:latin typeface="Calibri"/>
                <a:cs typeface="Calibri"/>
              </a:rPr>
              <a:t>minimize</a:t>
            </a:r>
            <a:r>
              <a:rPr sz="1400" spc="5" dirty="0">
                <a:latin typeface="Calibri"/>
                <a:cs typeface="Calibri"/>
              </a:rPr>
              <a:t> </a:t>
            </a:r>
            <a:r>
              <a:rPr sz="1400" spc="-10" dirty="0">
                <a:latin typeface="Calibri"/>
                <a:cs typeface="Calibri"/>
              </a:rPr>
              <a:t>communication</a:t>
            </a:r>
            <a:r>
              <a:rPr sz="1400" dirty="0">
                <a:latin typeface="Calibri"/>
                <a:cs typeface="Calibri"/>
              </a:rPr>
              <a:t> </a:t>
            </a:r>
            <a:r>
              <a:rPr sz="1400" spc="-5" dirty="0">
                <a:latin typeface="Calibri"/>
                <a:cs typeface="Calibri"/>
              </a:rPr>
              <a:t>latency!</a:t>
            </a:r>
            <a:endParaRPr sz="1400" dirty="0">
              <a:latin typeface="Calibri"/>
              <a:cs typeface="Calibri"/>
            </a:endParaRPr>
          </a:p>
          <a:p>
            <a:pPr>
              <a:lnSpc>
                <a:spcPct val="100000"/>
              </a:lnSpc>
              <a:spcBef>
                <a:spcPts val="40"/>
              </a:spcBef>
            </a:pPr>
            <a:endParaRPr sz="1950" dirty="0">
              <a:latin typeface="Calibri"/>
              <a:cs typeface="Calibri"/>
            </a:endParaRPr>
          </a:p>
          <a:p>
            <a:pPr marL="355600" indent="-342900">
              <a:lnSpc>
                <a:spcPct val="100000"/>
              </a:lnSpc>
              <a:spcBef>
                <a:spcPts val="5"/>
              </a:spcBef>
              <a:buFont typeface="Arial MT"/>
              <a:buChar char="•"/>
              <a:tabLst>
                <a:tab pos="354965" algn="l"/>
                <a:tab pos="355600" algn="l"/>
              </a:tabLst>
            </a:pPr>
            <a:r>
              <a:rPr sz="1800" b="1" spc="-10" dirty="0">
                <a:latin typeface="Calibri"/>
                <a:cs typeface="Calibri"/>
              </a:rPr>
              <a:t>General</a:t>
            </a:r>
            <a:r>
              <a:rPr sz="1800" b="1" spc="-35" dirty="0">
                <a:latin typeface="Calibri"/>
                <a:cs typeface="Calibri"/>
              </a:rPr>
              <a:t> </a:t>
            </a:r>
            <a:r>
              <a:rPr sz="1800" b="1" spc="-10" dirty="0">
                <a:latin typeface="Calibri"/>
                <a:cs typeface="Calibri"/>
              </a:rPr>
              <a:t>Concerns</a:t>
            </a:r>
            <a:endParaRPr sz="1800" dirty="0">
              <a:latin typeface="Calibri"/>
              <a:cs typeface="Calibri"/>
            </a:endParaRPr>
          </a:p>
          <a:p>
            <a:pPr marL="756285" lvl="1" indent="-287020">
              <a:lnSpc>
                <a:spcPct val="100000"/>
              </a:lnSpc>
              <a:spcBef>
                <a:spcPts val="400"/>
              </a:spcBef>
              <a:buFont typeface="Arial MT"/>
              <a:buChar char="–"/>
              <a:tabLst>
                <a:tab pos="756285" algn="l"/>
                <a:tab pos="756920" algn="l"/>
              </a:tabLst>
            </a:pPr>
            <a:r>
              <a:rPr sz="1600" spc="-10" dirty="0">
                <a:latin typeface="Calibri"/>
                <a:cs typeface="Calibri"/>
              </a:rPr>
              <a:t>Each</a:t>
            </a:r>
            <a:r>
              <a:rPr sz="1600" spc="5" dirty="0">
                <a:latin typeface="Calibri"/>
                <a:cs typeface="Calibri"/>
              </a:rPr>
              <a:t> </a:t>
            </a:r>
            <a:r>
              <a:rPr sz="1600" spc="-5" dirty="0">
                <a:latin typeface="Calibri"/>
                <a:cs typeface="Calibri"/>
              </a:rPr>
              <a:t>cloud</a:t>
            </a:r>
            <a:r>
              <a:rPr sz="1600" spc="5" dirty="0">
                <a:latin typeface="Calibri"/>
                <a:cs typeface="Calibri"/>
              </a:rPr>
              <a:t> </a:t>
            </a:r>
            <a:r>
              <a:rPr sz="1600" spc="-15" dirty="0">
                <a:latin typeface="Calibri"/>
                <a:cs typeface="Calibri"/>
              </a:rPr>
              <a:t>systems</a:t>
            </a:r>
            <a:r>
              <a:rPr sz="1600" spc="5" dirty="0">
                <a:latin typeface="Calibri"/>
                <a:cs typeface="Calibri"/>
              </a:rPr>
              <a:t> </a:t>
            </a:r>
            <a:r>
              <a:rPr sz="1600" spc="-10" dirty="0">
                <a:latin typeface="Calibri"/>
                <a:cs typeface="Calibri"/>
              </a:rPr>
              <a:t>uses</a:t>
            </a:r>
            <a:r>
              <a:rPr sz="1600" spc="10" dirty="0">
                <a:latin typeface="Calibri"/>
                <a:cs typeface="Calibri"/>
              </a:rPr>
              <a:t> </a:t>
            </a:r>
            <a:r>
              <a:rPr sz="1600" spc="-15" dirty="0">
                <a:latin typeface="Calibri"/>
                <a:cs typeface="Calibri"/>
              </a:rPr>
              <a:t>different</a:t>
            </a:r>
            <a:r>
              <a:rPr sz="1600" spc="5" dirty="0">
                <a:latin typeface="Calibri"/>
                <a:cs typeface="Calibri"/>
              </a:rPr>
              <a:t> </a:t>
            </a:r>
            <a:r>
              <a:rPr sz="1600" spc="-15" dirty="0">
                <a:latin typeface="Calibri"/>
                <a:cs typeface="Calibri"/>
              </a:rPr>
              <a:t>protocols</a:t>
            </a:r>
            <a:r>
              <a:rPr sz="1600" spc="30" dirty="0">
                <a:latin typeface="Calibri"/>
                <a:cs typeface="Calibri"/>
              </a:rPr>
              <a:t> </a:t>
            </a:r>
            <a:r>
              <a:rPr sz="1600" spc="-5" dirty="0">
                <a:latin typeface="Calibri"/>
                <a:cs typeface="Calibri"/>
              </a:rPr>
              <a:t>and</a:t>
            </a:r>
            <a:r>
              <a:rPr sz="1600" spc="-10" dirty="0">
                <a:latin typeface="Calibri"/>
                <a:cs typeface="Calibri"/>
              </a:rPr>
              <a:t> </a:t>
            </a:r>
            <a:r>
              <a:rPr sz="1600" spc="-15" dirty="0">
                <a:latin typeface="Calibri"/>
                <a:cs typeface="Calibri"/>
              </a:rPr>
              <a:t>different</a:t>
            </a:r>
            <a:r>
              <a:rPr sz="1600" spc="5" dirty="0">
                <a:latin typeface="Calibri"/>
                <a:cs typeface="Calibri"/>
              </a:rPr>
              <a:t> </a:t>
            </a:r>
            <a:r>
              <a:rPr sz="1600" spc="-5" dirty="0">
                <a:latin typeface="Calibri"/>
                <a:cs typeface="Calibri"/>
              </a:rPr>
              <a:t>APIs</a:t>
            </a:r>
            <a:endParaRPr sz="1600" dirty="0">
              <a:latin typeface="Calibri"/>
              <a:cs typeface="Calibri"/>
            </a:endParaRPr>
          </a:p>
          <a:p>
            <a:pPr marL="1155700" lvl="2" indent="-229235">
              <a:lnSpc>
                <a:spcPct val="100000"/>
              </a:lnSpc>
              <a:spcBef>
                <a:spcPts val="345"/>
              </a:spcBef>
              <a:buFont typeface="Arial MT"/>
              <a:buChar char="•"/>
              <a:tabLst>
                <a:tab pos="1155700" algn="l"/>
                <a:tab pos="1156335" algn="l"/>
              </a:tabLst>
            </a:pPr>
            <a:r>
              <a:rPr sz="1400" spc="-10" dirty="0">
                <a:latin typeface="Calibri"/>
                <a:cs typeface="Calibri"/>
              </a:rPr>
              <a:t>may</a:t>
            </a:r>
            <a:r>
              <a:rPr sz="1400" spc="-5" dirty="0">
                <a:latin typeface="Calibri"/>
                <a:cs typeface="Calibri"/>
              </a:rPr>
              <a:t> not</a:t>
            </a:r>
            <a:r>
              <a:rPr sz="1400" dirty="0">
                <a:latin typeface="Calibri"/>
                <a:cs typeface="Calibri"/>
              </a:rPr>
              <a:t> </a:t>
            </a:r>
            <a:r>
              <a:rPr sz="1400" spc="-5" dirty="0">
                <a:latin typeface="Calibri"/>
                <a:cs typeface="Calibri"/>
              </a:rPr>
              <a:t>be</a:t>
            </a:r>
            <a:r>
              <a:rPr sz="1400" dirty="0">
                <a:latin typeface="Calibri"/>
                <a:cs typeface="Calibri"/>
              </a:rPr>
              <a:t> </a:t>
            </a:r>
            <a:r>
              <a:rPr sz="1400" spc="-5" dirty="0">
                <a:latin typeface="Calibri"/>
                <a:cs typeface="Calibri"/>
              </a:rPr>
              <a:t>possible</a:t>
            </a:r>
            <a:r>
              <a:rPr sz="1400" dirty="0">
                <a:latin typeface="Calibri"/>
                <a:cs typeface="Calibri"/>
              </a:rPr>
              <a:t> </a:t>
            </a:r>
            <a:r>
              <a:rPr sz="1400" spc="-10" dirty="0">
                <a:latin typeface="Calibri"/>
                <a:cs typeface="Calibri"/>
              </a:rPr>
              <a:t>to</a:t>
            </a:r>
            <a:r>
              <a:rPr sz="1400" dirty="0">
                <a:latin typeface="Calibri"/>
                <a:cs typeface="Calibri"/>
              </a:rPr>
              <a:t> run</a:t>
            </a:r>
            <a:r>
              <a:rPr sz="1400" spc="-10" dirty="0">
                <a:latin typeface="Calibri"/>
                <a:cs typeface="Calibri"/>
              </a:rPr>
              <a:t> </a:t>
            </a:r>
            <a:r>
              <a:rPr sz="1400" spc="-5" dirty="0">
                <a:latin typeface="Calibri"/>
                <a:cs typeface="Calibri"/>
              </a:rPr>
              <a:t>applications</a:t>
            </a:r>
            <a:r>
              <a:rPr sz="1400" spc="15" dirty="0">
                <a:latin typeface="Calibri"/>
                <a:cs typeface="Calibri"/>
              </a:rPr>
              <a:t> </a:t>
            </a:r>
            <a:r>
              <a:rPr sz="1400" spc="-5" dirty="0">
                <a:latin typeface="Calibri"/>
                <a:cs typeface="Calibri"/>
              </a:rPr>
              <a:t>between</a:t>
            </a:r>
            <a:r>
              <a:rPr sz="1400" spc="25" dirty="0">
                <a:latin typeface="Calibri"/>
                <a:cs typeface="Calibri"/>
              </a:rPr>
              <a:t> </a:t>
            </a:r>
            <a:r>
              <a:rPr sz="1400" spc="-5" dirty="0">
                <a:latin typeface="Calibri"/>
                <a:cs typeface="Calibri"/>
              </a:rPr>
              <a:t>cloud</a:t>
            </a:r>
            <a:r>
              <a:rPr sz="1400" spc="-10" dirty="0">
                <a:latin typeface="Calibri"/>
                <a:cs typeface="Calibri"/>
              </a:rPr>
              <a:t> </a:t>
            </a:r>
            <a:r>
              <a:rPr sz="1400" spc="-5" dirty="0">
                <a:latin typeface="Calibri"/>
                <a:cs typeface="Calibri"/>
              </a:rPr>
              <a:t>based</a:t>
            </a:r>
            <a:r>
              <a:rPr sz="1400" dirty="0">
                <a:latin typeface="Calibri"/>
                <a:cs typeface="Calibri"/>
              </a:rPr>
              <a:t> </a:t>
            </a:r>
            <a:r>
              <a:rPr sz="1400" spc="-10" dirty="0">
                <a:latin typeface="Calibri"/>
                <a:cs typeface="Calibri"/>
              </a:rPr>
              <a:t>systems</a:t>
            </a:r>
            <a:endParaRPr sz="1400" dirty="0">
              <a:latin typeface="Calibri"/>
              <a:cs typeface="Calibri"/>
            </a:endParaRPr>
          </a:p>
          <a:p>
            <a:pPr marL="756285" marR="5080" lvl="1" indent="-287020">
              <a:lnSpc>
                <a:spcPct val="100000"/>
              </a:lnSpc>
              <a:spcBef>
                <a:spcPts val="405"/>
              </a:spcBef>
              <a:buFont typeface="Arial MT"/>
              <a:buChar char="–"/>
              <a:tabLst>
                <a:tab pos="756285" algn="l"/>
                <a:tab pos="756920" algn="l"/>
              </a:tabLst>
            </a:pPr>
            <a:r>
              <a:rPr sz="1800" spc="-10" dirty="0">
                <a:latin typeface="Calibri"/>
                <a:cs typeface="Calibri"/>
              </a:rPr>
              <a:t>Amazon</a:t>
            </a:r>
            <a:r>
              <a:rPr sz="1800" dirty="0">
                <a:latin typeface="Calibri"/>
                <a:cs typeface="Calibri"/>
              </a:rPr>
              <a:t> has</a:t>
            </a:r>
            <a:r>
              <a:rPr sz="1800" spc="5" dirty="0">
                <a:latin typeface="Calibri"/>
                <a:cs typeface="Calibri"/>
              </a:rPr>
              <a:t> </a:t>
            </a:r>
            <a:r>
              <a:rPr sz="1800" spc="-15" dirty="0">
                <a:latin typeface="Calibri"/>
                <a:cs typeface="Calibri"/>
              </a:rPr>
              <a:t>created</a:t>
            </a:r>
            <a:r>
              <a:rPr sz="1800" spc="15" dirty="0">
                <a:latin typeface="Calibri"/>
                <a:cs typeface="Calibri"/>
              </a:rPr>
              <a:t> </a:t>
            </a:r>
            <a:r>
              <a:rPr sz="1800" spc="-5" dirty="0">
                <a:latin typeface="Calibri"/>
                <a:cs typeface="Calibri"/>
              </a:rPr>
              <a:t>its</a:t>
            </a:r>
            <a:r>
              <a:rPr sz="1800" dirty="0">
                <a:latin typeface="Calibri"/>
                <a:cs typeface="Calibri"/>
              </a:rPr>
              <a:t> </a:t>
            </a:r>
            <a:r>
              <a:rPr sz="1800" spc="-5" dirty="0">
                <a:latin typeface="Calibri"/>
                <a:cs typeface="Calibri"/>
              </a:rPr>
              <a:t>own</a:t>
            </a:r>
            <a:r>
              <a:rPr sz="1800" spc="15" dirty="0">
                <a:latin typeface="Calibri"/>
                <a:cs typeface="Calibri"/>
              </a:rPr>
              <a:t> </a:t>
            </a:r>
            <a:r>
              <a:rPr sz="1800" spc="-5" dirty="0">
                <a:latin typeface="Calibri"/>
                <a:cs typeface="Calibri"/>
              </a:rPr>
              <a:t>DB</a:t>
            </a:r>
            <a:r>
              <a:rPr sz="1800" spc="10" dirty="0">
                <a:latin typeface="Calibri"/>
                <a:cs typeface="Calibri"/>
              </a:rPr>
              <a:t> </a:t>
            </a:r>
            <a:r>
              <a:rPr sz="1800" spc="-20" dirty="0">
                <a:latin typeface="Calibri"/>
                <a:cs typeface="Calibri"/>
              </a:rPr>
              <a:t>system</a:t>
            </a:r>
            <a:r>
              <a:rPr sz="1800" spc="-5" dirty="0">
                <a:latin typeface="Calibri"/>
                <a:cs typeface="Calibri"/>
              </a:rPr>
              <a:t> (not</a:t>
            </a:r>
            <a:r>
              <a:rPr sz="1800" spc="5" dirty="0">
                <a:latin typeface="Calibri"/>
                <a:cs typeface="Calibri"/>
              </a:rPr>
              <a:t> </a:t>
            </a:r>
            <a:r>
              <a:rPr sz="1800" spc="-5" dirty="0">
                <a:latin typeface="Calibri"/>
                <a:cs typeface="Calibri"/>
              </a:rPr>
              <a:t>SQL</a:t>
            </a:r>
            <a:r>
              <a:rPr sz="1800" spc="10" dirty="0">
                <a:latin typeface="Calibri"/>
                <a:cs typeface="Calibri"/>
              </a:rPr>
              <a:t> </a:t>
            </a:r>
            <a:r>
              <a:rPr sz="1800" spc="-5" dirty="0">
                <a:latin typeface="Calibri"/>
                <a:cs typeface="Calibri"/>
              </a:rPr>
              <a:t>92),</a:t>
            </a:r>
            <a:r>
              <a:rPr sz="1800" spc="25" dirty="0">
                <a:latin typeface="Calibri"/>
                <a:cs typeface="Calibri"/>
              </a:rPr>
              <a:t> </a:t>
            </a:r>
            <a:r>
              <a:rPr sz="1800" dirty="0">
                <a:latin typeface="Calibri"/>
                <a:cs typeface="Calibri"/>
              </a:rPr>
              <a:t>and</a:t>
            </a:r>
            <a:r>
              <a:rPr sz="1800" spc="5" dirty="0">
                <a:latin typeface="Calibri"/>
                <a:cs typeface="Calibri"/>
              </a:rPr>
              <a:t> </a:t>
            </a:r>
            <a:r>
              <a:rPr sz="1800" spc="-10" dirty="0">
                <a:latin typeface="Calibri"/>
                <a:cs typeface="Calibri"/>
              </a:rPr>
              <a:t>workflow</a:t>
            </a:r>
            <a:r>
              <a:rPr sz="1800" spc="20" dirty="0">
                <a:latin typeface="Calibri"/>
                <a:cs typeface="Calibri"/>
              </a:rPr>
              <a:t> </a:t>
            </a:r>
            <a:r>
              <a:rPr sz="1800" spc="-20" dirty="0">
                <a:latin typeface="Calibri"/>
                <a:cs typeface="Calibri"/>
              </a:rPr>
              <a:t>system</a:t>
            </a:r>
            <a:r>
              <a:rPr sz="1800" spc="-5" dirty="0">
                <a:latin typeface="Calibri"/>
                <a:cs typeface="Calibri"/>
              </a:rPr>
              <a:t> </a:t>
            </a:r>
            <a:r>
              <a:rPr sz="1800" spc="-10" dirty="0">
                <a:latin typeface="Calibri"/>
                <a:cs typeface="Calibri"/>
              </a:rPr>
              <a:t>(many </a:t>
            </a:r>
            <a:r>
              <a:rPr sz="1800" spc="-390" dirty="0">
                <a:latin typeface="Calibri"/>
                <a:cs typeface="Calibri"/>
              </a:rPr>
              <a:t> </a:t>
            </a:r>
            <a:r>
              <a:rPr sz="1800" spc="-5" dirty="0">
                <a:latin typeface="Calibri"/>
                <a:cs typeface="Calibri"/>
              </a:rPr>
              <a:t>popular</a:t>
            </a:r>
            <a:r>
              <a:rPr sz="1800" spc="5" dirty="0">
                <a:latin typeface="Calibri"/>
                <a:cs typeface="Calibri"/>
              </a:rPr>
              <a:t> </a:t>
            </a:r>
            <a:r>
              <a:rPr sz="1800" spc="-10" dirty="0">
                <a:latin typeface="Calibri"/>
                <a:cs typeface="Calibri"/>
              </a:rPr>
              <a:t>workflow</a:t>
            </a:r>
            <a:r>
              <a:rPr sz="1800" spc="15" dirty="0">
                <a:latin typeface="Calibri"/>
                <a:cs typeface="Calibri"/>
              </a:rPr>
              <a:t> </a:t>
            </a:r>
            <a:r>
              <a:rPr sz="1800" spc="-15" dirty="0">
                <a:latin typeface="Calibri"/>
                <a:cs typeface="Calibri"/>
              </a:rPr>
              <a:t>systems </a:t>
            </a:r>
            <a:r>
              <a:rPr sz="1800" spc="-5" dirty="0">
                <a:latin typeface="Calibri"/>
                <a:cs typeface="Calibri"/>
              </a:rPr>
              <a:t>out</a:t>
            </a:r>
            <a:r>
              <a:rPr sz="1800" spc="5" dirty="0">
                <a:latin typeface="Calibri"/>
                <a:cs typeface="Calibri"/>
              </a:rPr>
              <a:t> </a:t>
            </a:r>
            <a:r>
              <a:rPr sz="1800" spc="-5" dirty="0">
                <a:latin typeface="Calibri"/>
                <a:cs typeface="Calibri"/>
              </a:rPr>
              <a:t>there)</a:t>
            </a:r>
            <a:endParaRPr sz="1800" dirty="0">
              <a:latin typeface="Calibri"/>
              <a:cs typeface="Calibri"/>
            </a:endParaRPr>
          </a:p>
          <a:p>
            <a:pPr marL="1155700" lvl="2" indent="-229235">
              <a:lnSpc>
                <a:spcPct val="100000"/>
              </a:lnSpc>
              <a:spcBef>
                <a:spcPts val="365"/>
              </a:spcBef>
              <a:buFont typeface="Arial MT"/>
              <a:buChar char="•"/>
              <a:tabLst>
                <a:tab pos="1155700" algn="l"/>
                <a:tab pos="1156335" algn="l"/>
              </a:tabLst>
            </a:pPr>
            <a:r>
              <a:rPr sz="1400" spc="-5" dirty="0">
                <a:latin typeface="Calibri"/>
                <a:cs typeface="Calibri"/>
              </a:rPr>
              <a:t>so your</a:t>
            </a:r>
            <a:r>
              <a:rPr sz="1400" dirty="0">
                <a:latin typeface="Calibri"/>
                <a:cs typeface="Calibri"/>
              </a:rPr>
              <a:t> </a:t>
            </a:r>
            <a:r>
              <a:rPr sz="1400" spc="-5" dirty="0">
                <a:latin typeface="Calibri"/>
                <a:cs typeface="Calibri"/>
              </a:rPr>
              <a:t>normal</a:t>
            </a:r>
            <a:r>
              <a:rPr sz="1400" spc="-10" dirty="0">
                <a:latin typeface="Calibri"/>
                <a:cs typeface="Calibri"/>
              </a:rPr>
              <a:t> </a:t>
            </a:r>
            <a:r>
              <a:rPr sz="1400" spc="-5" dirty="0">
                <a:latin typeface="Calibri"/>
                <a:cs typeface="Calibri"/>
              </a:rPr>
              <a:t>applications</a:t>
            </a:r>
            <a:r>
              <a:rPr sz="1400" spc="20" dirty="0">
                <a:latin typeface="Calibri"/>
                <a:cs typeface="Calibri"/>
              </a:rPr>
              <a:t> </a:t>
            </a:r>
            <a:r>
              <a:rPr sz="1400" dirty="0">
                <a:latin typeface="Calibri"/>
                <a:cs typeface="Calibri"/>
              </a:rPr>
              <a:t>will</a:t>
            </a:r>
            <a:r>
              <a:rPr sz="1400" spc="10" dirty="0">
                <a:latin typeface="Calibri"/>
                <a:cs typeface="Calibri"/>
              </a:rPr>
              <a:t> </a:t>
            </a:r>
            <a:r>
              <a:rPr sz="1400" spc="-15" dirty="0">
                <a:latin typeface="Calibri"/>
                <a:cs typeface="Calibri"/>
              </a:rPr>
              <a:t>have</a:t>
            </a:r>
            <a:r>
              <a:rPr sz="1400" spc="5" dirty="0">
                <a:latin typeface="Calibri"/>
                <a:cs typeface="Calibri"/>
              </a:rPr>
              <a:t> </a:t>
            </a:r>
            <a:r>
              <a:rPr sz="1400" spc="-10" dirty="0">
                <a:latin typeface="Calibri"/>
                <a:cs typeface="Calibri"/>
              </a:rPr>
              <a:t>to</a:t>
            </a:r>
            <a:r>
              <a:rPr sz="1400" spc="5" dirty="0">
                <a:latin typeface="Calibri"/>
                <a:cs typeface="Calibri"/>
              </a:rPr>
              <a:t> </a:t>
            </a:r>
            <a:r>
              <a:rPr sz="1400" spc="-5" dirty="0">
                <a:latin typeface="Calibri"/>
                <a:cs typeface="Calibri"/>
              </a:rPr>
              <a:t>be</a:t>
            </a:r>
            <a:r>
              <a:rPr sz="1400" spc="10" dirty="0">
                <a:latin typeface="Calibri"/>
                <a:cs typeface="Calibri"/>
              </a:rPr>
              <a:t> </a:t>
            </a:r>
            <a:r>
              <a:rPr sz="1400" spc="-5" dirty="0">
                <a:latin typeface="Calibri"/>
                <a:cs typeface="Calibri"/>
              </a:rPr>
              <a:t>adapted</a:t>
            </a:r>
            <a:r>
              <a:rPr sz="1400" spc="15" dirty="0">
                <a:latin typeface="Calibri"/>
                <a:cs typeface="Calibri"/>
              </a:rPr>
              <a:t> </a:t>
            </a:r>
            <a:r>
              <a:rPr sz="1400" spc="-10" dirty="0">
                <a:latin typeface="Calibri"/>
                <a:cs typeface="Calibri"/>
              </a:rPr>
              <a:t>to</a:t>
            </a:r>
            <a:r>
              <a:rPr sz="1400" spc="5" dirty="0">
                <a:latin typeface="Calibri"/>
                <a:cs typeface="Calibri"/>
              </a:rPr>
              <a:t> </a:t>
            </a:r>
            <a:r>
              <a:rPr sz="1400" spc="-15" dirty="0">
                <a:latin typeface="Calibri"/>
                <a:cs typeface="Calibri"/>
              </a:rPr>
              <a:t>execute</a:t>
            </a:r>
            <a:r>
              <a:rPr sz="1400" spc="20" dirty="0">
                <a:latin typeface="Calibri"/>
                <a:cs typeface="Calibri"/>
              </a:rPr>
              <a:t> </a:t>
            </a:r>
            <a:r>
              <a:rPr sz="1400" spc="-5" dirty="0">
                <a:latin typeface="Calibri"/>
                <a:cs typeface="Calibri"/>
              </a:rPr>
              <a:t>on</a:t>
            </a:r>
            <a:r>
              <a:rPr sz="1400" spc="5" dirty="0">
                <a:latin typeface="Calibri"/>
                <a:cs typeface="Calibri"/>
              </a:rPr>
              <a:t> </a:t>
            </a:r>
            <a:r>
              <a:rPr sz="1400" spc="-5" dirty="0">
                <a:latin typeface="Calibri"/>
                <a:cs typeface="Calibri"/>
              </a:rPr>
              <a:t>these</a:t>
            </a:r>
            <a:r>
              <a:rPr sz="1400" spc="5" dirty="0">
                <a:latin typeface="Calibri"/>
                <a:cs typeface="Calibri"/>
              </a:rPr>
              <a:t> </a:t>
            </a:r>
            <a:r>
              <a:rPr sz="1400" spc="-10" dirty="0">
                <a:latin typeface="Calibri"/>
                <a:cs typeface="Calibri"/>
              </a:rPr>
              <a:t>platforms.</a:t>
            </a:r>
            <a:endParaRPr sz="1400" dirty="0">
              <a:latin typeface="Calibri"/>
              <a:cs typeface="Calibri"/>
            </a:endParaRPr>
          </a:p>
        </p:txBody>
      </p:sp>
      <p:sp>
        <p:nvSpPr>
          <p:cNvPr id="7" name="Footer Placeholder 6">
            <a:extLst>
              <a:ext uri="{FF2B5EF4-FFF2-40B4-BE49-F238E27FC236}">
                <a16:creationId xmlns:a16="http://schemas.microsoft.com/office/drawing/2014/main" id="{6AD94344-7393-D877-7AD5-31BAB3C88CA9}"/>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4019879"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gn="just">
              <a:lnSpc>
                <a:spcPct val="150000"/>
              </a:lnSpc>
              <a:buBlip>
                <a:blip r:embed="rId2"/>
              </a:buBlip>
            </a:pPr>
            <a:r>
              <a:rPr lang="en-US" sz="1600" dirty="0"/>
              <a:t>Cloud computing has transformed how organizations access and manage computing resources. </a:t>
            </a:r>
          </a:p>
          <a:p>
            <a:pPr algn="just">
              <a:lnSpc>
                <a:spcPct val="150000"/>
              </a:lnSpc>
              <a:buBlip>
                <a:blip r:embed="rId2"/>
              </a:buBlip>
            </a:pPr>
            <a:r>
              <a:rPr lang="en-US" sz="1600" dirty="0"/>
              <a:t>By providing flexible, scalable, and cost-effective solutions, it enables businesses to focus on core activities while leaving infrastructure management to cloud service providers. </a:t>
            </a:r>
          </a:p>
          <a:p>
            <a:pPr algn="just">
              <a:lnSpc>
                <a:spcPct val="150000"/>
              </a:lnSpc>
              <a:buBlip>
                <a:blip r:embed="rId2"/>
              </a:buBlip>
            </a:pPr>
            <a:r>
              <a:rPr lang="en-US" sz="1600" dirty="0"/>
              <a:t>As cloud technology evolves, new innovations like edge computing, serverless architectures, and quantum computing will further enhance its capabilities, making cloud computing an essential element in the future of IT infrastructure.</a:t>
            </a:r>
          </a:p>
          <a:p>
            <a:pPr algn="just">
              <a:lnSpc>
                <a:spcPct val="150000"/>
              </a:lnSpc>
              <a:buBlip>
                <a:blip r:embed="rId2"/>
              </a:buBlip>
            </a:pPr>
            <a:r>
              <a:rPr lang="en-US" sz="1600" dirty="0"/>
              <a:t>The future of cloud computing is exciting, with innovations like edge computing, artificial intelligence (AI), machine learning, and quantum computing being integrated into cloud services.</a:t>
            </a:r>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23</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24</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25</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TotalTime>
  <Words>2374</Words>
  <Application>Microsoft Office PowerPoint</Application>
  <PresentationFormat>On-screen Show (16:9)</PresentationFormat>
  <Paragraphs>249</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Detail Topics</vt:lpstr>
      <vt:lpstr>Cloud-Sourcing</vt:lpstr>
      <vt:lpstr>Cloud Storage</vt:lpstr>
      <vt:lpstr>Advantages of Cloud Computing</vt:lpstr>
      <vt:lpstr>Advantages of Cloud Computing</vt:lpstr>
      <vt:lpstr>Advantages of Cloud Computing</vt:lpstr>
      <vt:lpstr>Advantages of Cloud Computing</vt:lpstr>
      <vt:lpstr>Advantages of Cloud Computing</vt:lpstr>
      <vt:lpstr>Advantages of Cloud Computing</vt:lpstr>
      <vt:lpstr>Disadvantages of Cloud Computing</vt:lpstr>
      <vt:lpstr>Disadvantages of Cloud Computing</vt:lpstr>
      <vt:lpstr>Disadvantages of Cloud Computing</vt:lpstr>
      <vt:lpstr>Disadvantages of Cloud Computing</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11</cp:revision>
  <dcterms:created xsi:type="dcterms:W3CDTF">2024-12-06T17:10:37Z</dcterms:created>
  <dcterms:modified xsi:type="dcterms:W3CDTF">2024-12-15T16:02:54Z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