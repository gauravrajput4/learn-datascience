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2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theme+xml" PartName="/ppt/theme/theme1.xml"/>
  <Override ContentType="application/vnd.openxmlformats-officedocument.theme+xml" PartName="/ppt/theme/theme2.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custom-properties+xml" PartName="/docProps/custom.xml"/>
  <Override ContentType="application/binary" PartName="/ppt/metadata"/>
  <Override ContentType="application/vnd.openxmlformats-officedocument.presentationml.notesMaster+xml" PartName="/ppt/notesMasters/notesMaster1.xml"/>
  <Override ContentType="application/vnd.openxmlformats-officedocument.presentationml.presProps+xml" PartName="/ppt/presProps.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Lst>
  <p:sldSz cy="5143500" cx="9144000"/>
  <p:notesSz cx="9144000" cy="5143500"/>
  <p:embeddedFontLst>
    <p:embeddedFont>
      <p:font typeface="Noto Sans Symbols"/>
      <p:regular r:id="rId31"/>
      <p:bold r:id="rId3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880">
          <p15:clr>
            <a:srgbClr val="A4A3A4"/>
          </p15:clr>
        </p15:guide>
        <p15:guide id="2" pos="2160">
          <p15:clr>
            <a:srgbClr val="A4A3A4"/>
          </p15:clr>
        </p15:guide>
      </p15:sldGuideLst>
    </p:ext>
    <p:ext uri="GoogleSlidesCustomDataVersion2">
      <go:slidesCustomData xmlns:go="http://customooxmlschemas.google.com/" r:id="rId33" roundtripDataSignature="AMtx7miqxctvJoHFrLau0eMwitMr4mP4c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8846648E-68AA-42C8-BE29-C965352159FB}">
  <a:tblStyle styleId="{8846648E-68AA-42C8-BE29-C965352159FB}"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880" orient="horz"/>
        <p:guide pos="216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NotoSansSymbols-regular.fntdata"/><Relationship Id="rId30" Type="http://schemas.openxmlformats.org/officeDocument/2006/relationships/slide" Target="slides/slide24.xml"/><Relationship Id="rId11" Type="http://schemas.openxmlformats.org/officeDocument/2006/relationships/slide" Target="slides/slide5.xml"/><Relationship Id="rId33" Type="http://customschemas.google.com/relationships/presentationmetadata" Target="metadata"/><Relationship Id="rId10" Type="http://schemas.openxmlformats.org/officeDocument/2006/relationships/slide" Target="slides/slide4.xml"/><Relationship Id="rId32" Type="http://schemas.openxmlformats.org/officeDocument/2006/relationships/font" Target="fonts/NotoSansSymbols-bold.fntdata"/><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962400" cy="25717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5180013" y="0"/>
            <a:ext cx="3962400" cy="257175"/>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3028950" y="642938"/>
            <a:ext cx="3086100" cy="17367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914400" y="2474913"/>
            <a:ext cx="7315200" cy="20256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4886325"/>
            <a:ext cx="3962400" cy="257175"/>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5180013" y="4886325"/>
            <a:ext cx="3962400" cy="257175"/>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p1:notes"/>
          <p:cNvSpPr txBox="1"/>
          <p:nvPr>
            <p:ph idx="1" type="body"/>
          </p:nvPr>
        </p:nvSpPr>
        <p:spPr>
          <a:xfrm>
            <a:off x="914400" y="2474913"/>
            <a:ext cx="7315200" cy="20256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7" name="Google Shape;87;p1:notes"/>
          <p:cNvSpPr/>
          <p:nvPr>
            <p:ph idx="2" type="sldImg"/>
          </p:nvPr>
        </p:nvSpPr>
        <p:spPr>
          <a:xfrm>
            <a:off x="3028950" y="642938"/>
            <a:ext cx="3086100" cy="17367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p2:notes"/>
          <p:cNvSpPr txBox="1"/>
          <p:nvPr>
            <p:ph idx="1" type="body"/>
          </p:nvPr>
        </p:nvSpPr>
        <p:spPr>
          <a:xfrm>
            <a:off x="914400" y="2474913"/>
            <a:ext cx="7315200" cy="20256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0" name="Google Shape;100;p2:notes"/>
          <p:cNvSpPr/>
          <p:nvPr>
            <p:ph idx="2" type="sldImg"/>
          </p:nvPr>
        </p:nvSpPr>
        <p:spPr>
          <a:xfrm>
            <a:off x="3028950" y="642938"/>
            <a:ext cx="3086100" cy="17367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p3:notes"/>
          <p:cNvSpPr txBox="1"/>
          <p:nvPr>
            <p:ph idx="1" type="body"/>
          </p:nvPr>
        </p:nvSpPr>
        <p:spPr>
          <a:xfrm>
            <a:off x="914400" y="2474913"/>
            <a:ext cx="7315200" cy="20256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0" name="Google Shape;110;p3:notes"/>
          <p:cNvSpPr/>
          <p:nvPr>
            <p:ph idx="2" type="sldImg"/>
          </p:nvPr>
        </p:nvSpPr>
        <p:spPr>
          <a:xfrm>
            <a:off x="3028950" y="642938"/>
            <a:ext cx="3086100" cy="17367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p4:notes"/>
          <p:cNvSpPr txBox="1"/>
          <p:nvPr>
            <p:ph idx="1" type="body"/>
          </p:nvPr>
        </p:nvSpPr>
        <p:spPr>
          <a:xfrm>
            <a:off x="914400" y="2474913"/>
            <a:ext cx="7315200" cy="20256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0" name="Google Shape;120;p4:notes"/>
          <p:cNvSpPr/>
          <p:nvPr>
            <p:ph idx="2" type="sldImg"/>
          </p:nvPr>
        </p:nvSpPr>
        <p:spPr>
          <a:xfrm>
            <a:off x="3028950" y="642938"/>
            <a:ext cx="3086100" cy="17367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p5:notes"/>
          <p:cNvSpPr txBox="1"/>
          <p:nvPr>
            <p:ph idx="1" type="body"/>
          </p:nvPr>
        </p:nvSpPr>
        <p:spPr>
          <a:xfrm>
            <a:off x="914400" y="2474913"/>
            <a:ext cx="7315200" cy="20256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0" name="Google Shape;130;p5:notes"/>
          <p:cNvSpPr/>
          <p:nvPr>
            <p:ph idx="2" type="sldImg"/>
          </p:nvPr>
        </p:nvSpPr>
        <p:spPr>
          <a:xfrm>
            <a:off x="3028950" y="642938"/>
            <a:ext cx="3086100" cy="17367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p6:notes"/>
          <p:cNvSpPr txBox="1"/>
          <p:nvPr>
            <p:ph idx="1" type="body"/>
          </p:nvPr>
        </p:nvSpPr>
        <p:spPr>
          <a:xfrm>
            <a:off x="914400" y="2474913"/>
            <a:ext cx="7315200" cy="20256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0" name="Google Shape;140;p6:notes"/>
          <p:cNvSpPr/>
          <p:nvPr>
            <p:ph idx="2" type="sldImg"/>
          </p:nvPr>
        </p:nvSpPr>
        <p:spPr>
          <a:xfrm>
            <a:off x="3028950" y="642938"/>
            <a:ext cx="3086100" cy="17367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p7:notes"/>
          <p:cNvSpPr txBox="1"/>
          <p:nvPr>
            <p:ph idx="1" type="body"/>
          </p:nvPr>
        </p:nvSpPr>
        <p:spPr>
          <a:xfrm>
            <a:off x="914400" y="2474913"/>
            <a:ext cx="7315200" cy="20256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0" name="Google Shape;150;p7:notes"/>
          <p:cNvSpPr/>
          <p:nvPr>
            <p:ph idx="2" type="sldImg"/>
          </p:nvPr>
        </p:nvSpPr>
        <p:spPr>
          <a:xfrm>
            <a:off x="3028950" y="642938"/>
            <a:ext cx="3086100" cy="17367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p8:notes"/>
          <p:cNvSpPr txBox="1"/>
          <p:nvPr>
            <p:ph idx="1" type="body"/>
          </p:nvPr>
        </p:nvSpPr>
        <p:spPr>
          <a:xfrm>
            <a:off x="914400" y="2474913"/>
            <a:ext cx="7315200" cy="20256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0" name="Google Shape;160;p8:notes"/>
          <p:cNvSpPr/>
          <p:nvPr>
            <p:ph idx="2" type="sldImg"/>
          </p:nvPr>
        </p:nvSpPr>
        <p:spPr>
          <a:xfrm>
            <a:off x="3028950" y="642938"/>
            <a:ext cx="3086100" cy="17367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p9:notes"/>
          <p:cNvSpPr txBox="1"/>
          <p:nvPr>
            <p:ph idx="1" type="body"/>
          </p:nvPr>
        </p:nvSpPr>
        <p:spPr>
          <a:xfrm>
            <a:off x="914400" y="2474913"/>
            <a:ext cx="7315200" cy="20256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0" name="Google Shape;170;p9:notes"/>
          <p:cNvSpPr/>
          <p:nvPr>
            <p:ph idx="2" type="sldImg"/>
          </p:nvPr>
        </p:nvSpPr>
        <p:spPr>
          <a:xfrm>
            <a:off x="3028950" y="642938"/>
            <a:ext cx="3086100" cy="17367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p10:notes"/>
          <p:cNvSpPr txBox="1"/>
          <p:nvPr>
            <p:ph idx="1" type="body"/>
          </p:nvPr>
        </p:nvSpPr>
        <p:spPr>
          <a:xfrm>
            <a:off x="914400" y="2474913"/>
            <a:ext cx="7315200" cy="20256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2" name="Google Shape;182;p10:notes"/>
          <p:cNvSpPr/>
          <p:nvPr>
            <p:ph idx="2" type="sldImg"/>
          </p:nvPr>
        </p:nvSpPr>
        <p:spPr>
          <a:xfrm>
            <a:off x="3028950" y="642938"/>
            <a:ext cx="3086100" cy="17367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p11:notes"/>
          <p:cNvSpPr txBox="1"/>
          <p:nvPr>
            <p:ph idx="1" type="body"/>
          </p:nvPr>
        </p:nvSpPr>
        <p:spPr>
          <a:xfrm>
            <a:off x="914400" y="2474913"/>
            <a:ext cx="7315200" cy="20256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0" name="Google Shape;190;p11:notes"/>
          <p:cNvSpPr/>
          <p:nvPr>
            <p:ph idx="2" type="sldImg"/>
          </p:nvPr>
        </p:nvSpPr>
        <p:spPr>
          <a:xfrm>
            <a:off x="3028950" y="642938"/>
            <a:ext cx="3086100" cy="17367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p12:notes"/>
          <p:cNvSpPr txBox="1"/>
          <p:nvPr>
            <p:ph idx="1" type="body"/>
          </p:nvPr>
        </p:nvSpPr>
        <p:spPr>
          <a:xfrm>
            <a:off x="914400" y="2474913"/>
            <a:ext cx="7315200" cy="20256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0" name="Google Shape;200;p12:notes"/>
          <p:cNvSpPr/>
          <p:nvPr>
            <p:ph idx="2" type="sldImg"/>
          </p:nvPr>
        </p:nvSpPr>
        <p:spPr>
          <a:xfrm>
            <a:off x="3028950" y="642938"/>
            <a:ext cx="3086100" cy="17367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p13:notes"/>
          <p:cNvSpPr txBox="1"/>
          <p:nvPr>
            <p:ph idx="1" type="body"/>
          </p:nvPr>
        </p:nvSpPr>
        <p:spPr>
          <a:xfrm>
            <a:off x="914400" y="2474913"/>
            <a:ext cx="7315200" cy="20256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8" name="Google Shape;208;p13:notes"/>
          <p:cNvSpPr/>
          <p:nvPr>
            <p:ph idx="2" type="sldImg"/>
          </p:nvPr>
        </p:nvSpPr>
        <p:spPr>
          <a:xfrm>
            <a:off x="3028950" y="642938"/>
            <a:ext cx="3086100" cy="17367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p14:notes"/>
          <p:cNvSpPr txBox="1"/>
          <p:nvPr>
            <p:ph idx="1" type="body"/>
          </p:nvPr>
        </p:nvSpPr>
        <p:spPr>
          <a:xfrm>
            <a:off x="914400" y="2474913"/>
            <a:ext cx="7315200" cy="20256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7" name="Google Shape;217;p14:notes"/>
          <p:cNvSpPr/>
          <p:nvPr>
            <p:ph idx="2" type="sldImg"/>
          </p:nvPr>
        </p:nvSpPr>
        <p:spPr>
          <a:xfrm>
            <a:off x="3028950" y="642938"/>
            <a:ext cx="3086100" cy="17367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p15:notes"/>
          <p:cNvSpPr txBox="1"/>
          <p:nvPr>
            <p:ph idx="1" type="body"/>
          </p:nvPr>
        </p:nvSpPr>
        <p:spPr>
          <a:xfrm>
            <a:off x="914400" y="2474913"/>
            <a:ext cx="7315200" cy="20256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5" name="Google Shape;225;p15:notes"/>
          <p:cNvSpPr/>
          <p:nvPr>
            <p:ph idx="2" type="sldImg"/>
          </p:nvPr>
        </p:nvSpPr>
        <p:spPr>
          <a:xfrm>
            <a:off x="3028950" y="642938"/>
            <a:ext cx="3086100" cy="17367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p16:notes"/>
          <p:cNvSpPr txBox="1"/>
          <p:nvPr>
            <p:ph idx="1" type="body"/>
          </p:nvPr>
        </p:nvSpPr>
        <p:spPr>
          <a:xfrm>
            <a:off x="914400" y="2474913"/>
            <a:ext cx="7315200" cy="20256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3" name="Google Shape;243;p16:notes"/>
          <p:cNvSpPr/>
          <p:nvPr>
            <p:ph idx="2" type="sldImg"/>
          </p:nvPr>
        </p:nvSpPr>
        <p:spPr>
          <a:xfrm>
            <a:off x="3028950" y="642938"/>
            <a:ext cx="3086100" cy="17367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p17:notes"/>
          <p:cNvSpPr txBox="1"/>
          <p:nvPr>
            <p:ph idx="1" type="body"/>
          </p:nvPr>
        </p:nvSpPr>
        <p:spPr>
          <a:xfrm>
            <a:off x="914400" y="2474913"/>
            <a:ext cx="7315200" cy="20256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5" name="Google Shape;255;p17:notes"/>
          <p:cNvSpPr/>
          <p:nvPr>
            <p:ph idx="2" type="sldImg"/>
          </p:nvPr>
        </p:nvSpPr>
        <p:spPr>
          <a:xfrm>
            <a:off x="3028950" y="642938"/>
            <a:ext cx="3086100" cy="17367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p18:notes"/>
          <p:cNvSpPr txBox="1"/>
          <p:nvPr>
            <p:ph idx="1" type="body"/>
          </p:nvPr>
        </p:nvSpPr>
        <p:spPr>
          <a:xfrm>
            <a:off x="914400" y="2474913"/>
            <a:ext cx="7315200" cy="20256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4" name="Google Shape;264;p18:notes"/>
          <p:cNvSpPr/>
          <p:nvPr>
            <p:ph idx="2" type="sldImg"/>
          </p:nvPr>
        </p:nvSpPr>
        <p:spPr>
          <a:xfrm>
            <a:off x="3028950" y="642938"/>
            <a:ext cx="3086100" cy="17367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p19:notes"/>
          <p:cNvSpPr txBox="1"/>
          <p:nvPr>
            <p:ph idx="1" type="body"/>
          </p:nvPr>
        </p:nvSpPr>
        <p:spPr>
          <a:xfrm>
            <a:off x="914400" y="2474913"/>
            <a:ext cx="7315200" cy="20256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2" name="Google Shape;272;p19:notes"/>
          <p:cNvSpPr/>
          <p:nvPr>
            <p:ph idx="2" type="sldImg"/>
          </p:nvPr>
        </p:nvSpPr>
        <p:spPr>
          <a:xfrm>
            <a:off x="3028950" y="642938"/>
            <a:ext cx="3086100" cy="17367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p20:notes"/>
          <p:cNvSpPr txBox="1"/>
          <p:nvPr>
            <p:ph idx="1" type="body"/>
          </p:nvPr>
        </p:nvSpPr>
        <p:spPr>
          <a:xfrm>
            <a:off x="914400" y="2474913"/>
            <a:ext cx="7315200" cy="20256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0" name="Google Shape;280;p20:notes"/>
          <p:cNvSpPr/>
          <p:nvPr>
            <p:ph idx="2" type="sldImg"/>
          </p:nvPr>
        </p:nvSpPr>
        <p:spPr>
          <a:xfrm>
            <a:off x="3028950" y="642938"/>
            <a:ext cx="3086100" cy="17367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p21:notes"/>
          <p:cNvSpPr txBox="1"/>
          <p:nvPr>
            <p:ph idx="1" type="body"/>
          </p:nvPr>
        </p:nvSpPr>
        <p:spPr>
          <a:xfrm>
            <a:off x="914400" y="2474913"/>
            <a:ext cx="7315200" cy="20256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8" name="Google Shape;288;p21:notes"/>
          <p:cNvSpPr/>
          <p:nvPr>
            <p:ph idx="2" type="sldImg"/>
          </p:nvPr>
        </p:nvSpPr>
        <p:spPr>
          <a:xfrm>
            <a:off x="3028950" y="642938"/>
            <a:ext cx="3086100" cy="17367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p22:notes"/>
          <p:cNvSpPr/>
          <p:nvPr>
            <p:ph idx="2" type="sldImg"/>
          </p:nvPr>
        </p:nvSpPr>
        <p:spPr>
          <a:xfrm>
            <a:off x="3028950" y="642938"/>
            <a:ext cx="3086100" cy="17367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6" name="Google Shape;296;p22:notes"/>
          <p:cNvSpPr txBox="1"/>
          <p:nvPr>
            <p:ph idx="1" type="body"/>
          </p:nvPr>
        </p:nvSpPr>
        <p:spPr>
          <a:xfrm>
            <a:off x="914400" y="2474913"/>
            <a:ext cx="7315200" cy="20256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7" name="Google Shape;297;p22:notes"/>
          <p:cNvSpPr txBox="1"/>
          <p:nvPr>
            <p:ph idx="12" type="sldNum"/>
          </p:nvPr>
        </p:nvSpPr>
        <p:spPr>
          <a:xfrm>
            <a:off x="5180013" y="4886325"/>
            <a:ext cx="3962400" cy="257175"/>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 name="Shape 305"/>
        <p:cNvGrpSpPr/>
        <p:nvPr/>
      </p:nvGrpSpPr>
      <p:grpSpPr>
        <a:xfrm>
          <a:off x="0" y="0"/>
          <a:ext cx="0" cy="0"/>
          <a:chOff x="0" y="0"/>
          <a:chExt cx="0" cy="0"/>
        </a:xfrm>
      </p:grpSpPr>
      <p:sp>
        <p:nvSpPr>
          <p:cNvPr id="306" name="Google Shape;306;p23:notes"/>
          <p:cNvSpPr txBox="1"/>
          <p:nvPr>
            <p:ph idx="1" type="body"/>
          </p:nvPr>
        </p:nvSpPr>
        <p:spPr>
          <a:xfrm>
            <a:off x="914400" y="2474913"/>
            <a:ext cx="7315200" cy="20256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7" name="Google Shape;307;p23:notes"/>
          <p:cNvSpPr/>
          <p:nvPr>
            <p:ph idx="2" type="sldImg"/>
          </p:nvPr>
        </p:nvSpPr>
        <p:spPr>
          <a:xfrm>
            <a:off x="3028950" y="642938"/>
            <a:ext cx="3086100" cy="17367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5" name="Shape 315"/>
        <p:cNvGrpSpPr/>
        <p:nvPr/>
      </p:nvGrpSpPr>
      <p:grpSpPr>
        <a:xfrm>
          <a:off x="0" y="0"/>
          <a:ext cx="0" cy="0"/>
          <a:chOff x="0" y="0"/>
          <a:chExt cx="0" cy="0"/>
        </a:xfrm>
      </p:grpSpPr>
      <p:sp>
        <p:nvSpPr>
          <p:cNvPr id="316" name="Google Shape;316;p24:notes"/>
          <p:cNvSpPr txBox="1"/>
          <p:nvPr>
            <p:ph idx="1" type="body"/>
          </p:nvPr>
        </p:nvSpPr>
        <p:spPr>
          <a:xfrm>
            <a:off x="914400" y="2474913"/>
            <a:ext cx="7315200" cy="20256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7" name="Google Shape;317;p24:notes"/>
          <p:cNvSpPr/>
          <p:nvPr>
            <p:ph idx="2" type="sldImg"/>
          </p:nvPr>
        </p:nvSpPr>
        <p:spPr>
          <a:xfrm>
            <a:off x="3028950" y="642938"/>
            <a:ext cx="3086100" cy="17367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 Id="rId3"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6" name="Shape 16"/>
        <p:cNvGrpSpPr/>
        <p:nvPr/>
      </p:nvGrpSpPr>
      <p:grpSpPr>
        <a:xfrm>
          <a:off x="0" y="0"/>
          <a:ext cx="0" cy="0"/>
          <a:chOff x="0" y="0"/>
          <a:chExt cx="0" cy="0"/>
        </a:xfrm>
      </p:grpSpPr>
      <p:sp>
        <p:nvSpPr>
          <p:cNvPr id="17" name="Google Shape;17;p26"/>
          <p:cNvSpPr txBox="1"/>
          <p:nvPr>
            <p:ph type="title"/>
          </p:nvPr>
        </p:nvSpPr>
        <p:spPr>
          <a:xfrm>
            <a:off x="628650" y="273844"/>
            <a:ext cx="7886700" cy="99417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3300"/>
              <a:buFont typeface="Calibri"/>
              <a:buNone/>
              <a:defRPr>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 name="Google Shape;18;p26"/>
          <p:cNvSpPr txBox="1"/>
          <p:nvPr>
            <p:ph idx="1" type="body"/>
          </p:nvPr>
        </p:nvSpPr>
        <p:spPr>
          <a:xfrm>
            <a:off x="628650" y="1369219"/>
            <a:ext cx="7886700" cy="3263504"/>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19" name="Google Shape;19;p26"/>
          <p:cNvSpPr txBox="1"/>
          <p:nvPr>
            <p:ph idx="11" type="ftr"/>
          </p:nvPr>
        </p:nvSpPr>
        <p:spPr>
          <a:xfrm>
            <a:off x="3028950" y="4767263"/>
            <a:ext cx="3086100" cy="27384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26"/>
          <p:cNvSpPr txBox="1"/>
          <p:nvPr>
            <p:ph idx="12" type="sldNum"/>
          </p:nvPr>
        </p:nvSpPr>
        <p:spPr>
          <a:xfrm>
            <a:off x="6457950" y="4767263"/>
            <a:ext cx="2057400" cy="273844"/>
          </a:xfrm>
          <a:prstGeom prst="rect">
            <a:avLst/>
          </a:prstGeom>
          <a:noFill/>
          <a:ln>
            <a:noFill/>
          </a:ln>
        </p:spPr>
        <p:txBody>
          <a:bodyPr anchorCtr="0" anchor="ctr" bIns="45700" lIns="91425" spcFirstLastPara="1" rIns="91425" wrap="square" tIns="45700">
            <a:noAutofit/>
          </a:bodyPr>
          <a:lstStyle>
            <a:lvl1pPr indent="0" lvl="0" marL="38100" marR="0" algn="r">
              <a:lnSpc>
                <a:spcPct val="137777"/>
              </a:lnSpc>
              <a:spcBef>
                <a:spcPts val="0"/>
              </a:spcBef>
              <a:buNone/>
              <a:defRPr b="0" i="0" sz="900" u="none" cap="none" strike="noStrike">
                <a:solidFill>
                  <a:srgbClr val="888888"/>
                </a:solidFill>
                <a:latin typeface="Calibri"/>
                <a:ea typeface="Calibri"/>
                <a:cs typeface="Calibri"/>
                <a:sym typeface="Calibri"/>
              </a:defRPr>
            </a:lvl1pPr>
            <a:lvl2pPr indent="0" lvl="1" marL="38100" marR="0" algn="r">
              <a:lnSpc>
                <a:spcPct val="137777"/>
              </a:lnSpc>
              <a:spcBef>
                <a:spcPts val="0"/>
              </a:spcBef>
              <a:buNone/>
              <a:defRPr b="0" i="0" sz="900" u="none" cap="none" strike="noStrike">
                <a:solidFill>
                  <a:srgbClr val="888888"/>
                </a:solidFill>
                <a:latin typeface="Calibri"/>
                <a:ea typeface="Calibri"/>
                <a:cs typeface="Calibri"/>
                <a:sym typeface="Calibri"/>
              </a:defRPr>
            </a:lvl2pPr>
            <a:lvl3pPr indent="0" lvl="2" marL="38100" marR="0" algn="r">
              <a:lnSpc>
                <a:spcPct val="137777"/>
              </a:lnSpc>
              <a:spcBef>
                <a:spcPts val="0"/>
              </a:spcBef>
              <a:buNone/>
              <a:defRPr b="0" i="0" sz="900" u="none" cap="none" strike="noStrike">
                <a:solidFill>
                  <a:srgbClr val="888888"/>
                </a:solidFill>
                <a:latin typeface="Calibri"/>
                <a:ea typeface="Calibri"/>
                <a:cs typeface="Calibri"/>
                <a:sym typeface="Calibri"/>
              </a:defRPr>
            </a:lvl3pPr>
            <a:lvl4pPr indent="0" lvl="3" marL="38100" marR="0" algn="r">
              <a:lnSpc>
                <a:spcPct val="137777"/>
              </a:lnSpc>
              <a:spcBef>
                <a:spcPts val="0"/>
              </a:spcBef>
              <a:buNone/>
              <a:defRPr b="0" i="0" sz="900" u="none" cap="none" strike="noStrike">
                <a:solidFill>
                  <a:srgbClr val="888888"/>
                </a:solidFill>
                <a:latin typeface="Calibri"/>
                <a:ea typeface="Calibri"/>
                <a:cs typeface="Calibri"/>
                <a:sym typeface="Calibri"/>
              </a:defRPr>
            </a:lvl4pPr>
            <a:lvl5pPr indent="0" lvl="4" marL="38100" marR="0" algn="r">
              <a:lnSpc>
                <a:spcPct val="137777"/>
              </a:lnSpc>
              <a:spcBef>
                <a:spcPts val="0"/>
              </a:spcBef>
              <a:buNone/>
              <a:defRPr b="0" i="0" sz="900" u="none" cap="none" strike="noStrike">
                <a:solidFill>
                  <a:srgbClr val="888888"/>
                </a:solidFill>
                <a:latin typeface="Calibri"/>
                <a:ea typeface="Calibri"/>
                <a:cs typeface="Calibri"/>
                <a:sym typeface="Calibri"/>
              </a:defRPr>
            </a:lvl5pPr>
            <a:lvl6pPr indent="0" lvl="5" marL="38100" marR="0" algn="r">
              <a:lnSpc>
                <a:spcPct val="137777"/>
              </a:lnSpc>
              <a:spcBef>
                <a:spcPts val="0"/>
              </a:spcBef>
              <a:buNone/>
              <a:defRPr b="0" i="0" sz="900" u="none" cap="none" strike="noStrike">
                <a:solidFill>
                  <a:srgbClr val="888888"/>
                </a:solidFill>
                <a:latin typeface="Calibri"/>
                <a:ea typeface="Calibri"/>
                <a:cs typeface="Calibri"/>
                <a:sym typeface="Calibri"/>
              </a:defRPr>
            </a:lvl6pPr>
            <a:lvl7pPr indent="0" lvl="6" marL="38100" marR="0" algn="r">
              <a:lnSpc>
                <a:spcPct val="137777"/>
              </a:lnSpc>
              <a:spcBef>
                <a:spcPts val="0"/>
              </a:spcBef>
              <a:buNone/>
              <a:defRPr b="0" i="0" sz="900" u="none" cap="none" strike="noStrike">
                <a:solidFill>
                  <a:srgbClr val="888888"/>
                </a:solidFill>
                <a:latin typeface="Calibri"/>
                <a:ea typeface="Calibri"/>
                <a:cs typeface="Calibri"/>
                <a:sym typeface="Calibri"/>
              </a:defRPr>
            </a:lvl7pPr>
            <a:lvl8pPr indent="0" lvl="7" marL="38100" marR="0" algn="r">
              <a:lnSpc>
                <a:spcPct val="137777"/>
              </a:lnSpc>
              <a:spcBef>
                <a:spcPts val="0"/>
              </a:spcBef>
              <a:buNone/>
              <a:defRPr b="0" i="0" sz="900" u="none" cap="none" strike="noStrike">
                <a:solidFill>
                  <a:srgbClr val="888888"/>
                </a:solidFill>
                <a:latin typeface="Calibri"/>
                <a:ea typeface="Calibri"/>
                <a:cs typeface="Calibri"/>
                <a:sym typeface="Calibri"/>
              </a:defRPr>
            </a:lvl8pPr>
            <a:lvl9pPr indent="0" lvl="8" marL="38100" marR="0" algn="r">
              <a:lnSpc>
                <a:spcPct val="137777"/>
              </a:lnSpc>
              <a:spcBef>
                <a:spcPts val="0"/>
              </a:spcBef>
              <a:buNone/>
              <a:defRPr b="0" i="0" sz="900" u="none" cap="none" strike="noStrike">
                <a:solidFill>
                  <a:srgbClr val="888888"/>
                </a:solidFill>
                <a:latin typeface="Calibri"/>
                <a:ea typeface="Calibri"/>
                <a:cs typeface="Calibri"/>
                <a:sym typeface="Calibri"/>
              </a:defRPr>
            </a:lvl9pPr>
          </a:lstStyle>
          <a:p>
            <a:pPr indent="0" lvl="0" marL="38100" rtl="0" algn="r">
              <a:spcBef>
                <a:spcPts val="0"/>
              </a:spcBef>
              <a:spcAft>
                <a:spcPts val="0"/>
              </a:spcAft>
              <a:buNone/>
            </a:pPr>
            <a:r>
              <a:rPr lang="en-US"/>
              <a:t>12</a:t>
            </a:r>
            <a:endParaRPr/>
          </a:p>
        </p:txBody>
      </p:sp>
      <p:pic>
        <p:nvPicPr>
          <p:cNvPr id="21" name="Google Shape;21;p26"/>
          <p:cNvPicPr preferRelativeResize="0"/>
          <p:nvPr/>
        </p:nvPicPr>
        <p:blipFill rotWithShape="1">
          <a:blip r:embed="rId2">
            <a:alphaModFix/>
          </a:blip>
          <a:srcRect b="0" l="0" r="0" t="0"/>
          <a:stretch/>
        </p:blipFill>
        <p:spPr>
          <a:xfrm>
            <a:off x="112575" y="70037"/>
            <a:ext cx="2564258" cy="718788"/>
          </a:xfrm>
          <a:prstGeom prst="rect">
            <a:avLst/>
          </a:prstGeom>
          <a:noFill/>
          <a:ln>
            <a:noFill/>
          </a:ln>
        </p:spPr>
      </p:pic>
      <p:pic>
        <p:nvPicPr>
          <p:cNvPr id="22" name="Google Shape;22;p26"/>
          <p:cNvPicPr preferRelativeResize="0"/>
          <p:nvPr/>
        </p:nvPicPr>
        <p:blipFill rotWithShape="1">
          <a:blip r:embed="rId3">
            <a:alphaModFix/>
          </a:blip>
          <a:srcRect b="0" l="0" r="0" t="0"/>
          <a:stretch/>
        </p:blipFill>
        <p:spPr>
          <a:xfrm>
            <a:off x="7290715" y="72947"/>
            <a:ext cx="1782539" cy="530631"/>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3" name="Shape 23"/>
        <p:cNvGrpSpPr/>
        <p:nvPr/>
      </p:nvGrpSpPr>
      <p:grpSpPr>
        <a:xfrm>
          <a:off x="0" y="0"/>
          <a:ext cx="0" cy="0"/>
          <a:chOff x="0" y="0"/>
          <a:chExt cx="0" cy="0"/>
        </a:xfrm>
      </p:grpSpPr>
      <p:sp>
        <p:nvSpPr>
          <p:cNvPr id="24" name="Google Shape;24;p27"/>
          <p:cNvSpPr txBox="1"/>
          <p:nvPr>
            <p:ph type="title"/>
          </p:nvPr>
        </p:nvSpPr>
        <p:spPr>
          <a:xfrm>
            <a:off x="628650" y="273844"/>
            <a:ext cx="7886700" cy="99417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 name="Google Shape;25;p27"/>
          <p:cNvSpPr txBox="1"/>
          <p:nvPr>
            <p:ph idx="10" type="dt"/>
          </p:nvPr>
        </p:nvSpPr>
        <p:spPr>
          <a:xfrm>
            <a:off x="628650" y="4767263"/>
            <a:ext cx="2057400" cy="273844"/>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26" name="Google Shape;26;p27"/>
          <p:cNvSpPr txBox="1"/>
          <p:nvPr>
            <p:ph idx="11" type="ftr"/>
          </p:nvPr>
        </p:nvSpPr>
        <p:spPr>
          <a:xfrm>
            <a:off x="3028950" y="4767263"/>
            <a:ext cx="3086100" cy="27384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27"/>
          <p:cNvSpPr txBox="1"/>
          <p:nvPr>
            <p:ph idx="12" type="sldNum"/>
          </p:nvPr>
        </p:nvSpPr>
        <p:spPr>
          <a:xfrm>
            <a:off x="6457950" y="4767263"/>
            <a:ext cx="2057400" cy="273844"/>
          </a:xfrm>
          <a:prstGeom prst="rect">
            <a:avLst/>
          </a:prstGeom>
          <a:noFill/>
          <a:ln>
            <a:noFill/>
          </a:ln>
        </p:spPr>
        <p:txBody>
          <a:bodyPr anchorCtr="0" anchor="ctr" bIns="45700" lIns="91425" spcFirstLastPara="1" rIns="91425" wrap="square" tIns="45700">
            <a:noAutofit/>
          </a:bodyPr>
          <a:lstStyle>
            <a:lvl1pPr indent="0" lvl="0" marL="38100" algn="r">
              <a:lnSpc>
                <a:spcPct val="137777"/>
              </a:lnSpc>
              <a:spcBef>
                <a:spcPts val="0"/>
              </a:spcBef>
              <a:buNone/>
              <a:defRPr/>
            </a:lvl1pPr>
            <a:lvl2pPr indent="0" lvl="1" marL="38100" algn="r">
              <a:lnSpc>
                <a:spcPct val="137777"/>
              </a:lnSpc>
              <a:spcBef>
                <a:spcPts val="0"/>
              </a:spcBef>
              <a:buNone/>
              <a:defRPr/>
            </a:lvl2pPr>
            <a:lvl3pPr indent="0" lvl="2" marL="38100" algn="r">
              <a:lnSpc>
                <a:spcPct val="137777"/>
              </a:lnSpc>
              <a:spcBef>
                <a:spcPts val="0"/>
              </a:spcBef>
              <a:buNone/>
              <a:defRPr/>
            </a:lvl3pPr>
            <a:lvl4pPr indent="0" lvl="3" marL="38100" algn="r">
              <a:lnSpc>
                <a:spcPct val="137777"/>
              </a:lnSpc>
              <a:spcBef>
                <a:spcPts val="0"/>
              </a:spcBef>
              <a:buNone/>
              <a:defRPr/>
            </a:lvl4pPr>
            <a:lvl5pPr indent="0" lvl="4" marL="38100" algn="r">
              <a:lnSpc>
                <a:spcPct val="137777"/>
              </a:lnSpc>
              <a:spcBef>
                <a:spcPts val="0"/>
              </a:spcBef>
              <a:buNone/>
              <a:defRPr/>
            </a:lvl5pPr>
            <a:lvl6pPr indent="0" lvl="5" marL="38100" algn="r">
              <a:lnSpc>
                <a:spcPct val="137777"/>
              </a:lnSpc>
              <a:spcBef>
                <a:spcPts val="0"/>
              </a:spcBef>
              <a:buNone/>
              <a:defRPr/>
            </a:lvl6pPr>
            <a:lvl7pPr indent="0" lvl="6" marL="38100" algn="r">
              <a:lnSpc>
                <a:spcPct val="137777"/>
              </a:lnSpc>
              <a:spcBef>
                <a:spcPts val="0"/>
              </a:spcBef>
              <a:buNone/>
              <a:defRPr/>
            </a:lvl7pPr>
            <a:lvl8pPr indent="0" lvl="7" marL="38100" algn="r">
              <a:lnSpc>
                <a:spcPct val="137777"/>
              </a:lnSpc>
              <a:spcBef>
                <a:spcPts val="0"/>
              </a:spcBef>
              <a:buNone/>
              <a:defRPr/>
            </a:lvl8pPr>
            <a:lvl9pPr indent="0" lvl="8" marL="38100" algn="r">
              <a:lnSpc>
                <a:spcPct val="137777"/>
              </a:lnSpc>
              <a:spcBef>
                <a:spcPts val="0"/>
              </a:spcBef>
              <a:buNone/>
              <a:defRPr/>
            </a:lvl9pPr>
          </a:lstStyle>
          <a:p>
            <a:pPr indent="0" lvl="0" marL="3810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8" name="Shape 28"/>
        <p:cNvGrpSpPr/>
        <p:nvPr/>
      </p:nvGrpSpPr>
      <p:grpSpPr>
        <a:xfrm>
          <a:off x="0" y="0"/>
          <a:ext cx="0" cy="0"/>
          <a:chOff x="0" y="0"/>
          <a:chExt cx="0" cy="0"/>
        </a:xfrm>
      </p:grpSpPr>
      <p:sp>
        <p:nvSpPr>
          <p:cNvPr id="29" name="Google Shape;29;p28"/>
          <p:cNvSpPr txBox="1"/>
          <p:nvPr>
            <p:ph type="ctrTitle"/>
          </p:nvPr>
        </p:nvSpPr>
        <p:spPr>
          <a:xfrm>
            <a:off x="1143000" y="841772"/>
            <a:ext cx="6858000" cy="17907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4500"/>
              <a:buFont typeface="Calibri"/>
              <a:buNone/>
              <a:defRPr sz="45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0" name="Google Shape;30;p28"/>
          <p:cNvSpPr txBox="1"/>
          <p:nvPr>
            <p:ph idx="1" type="subTitle"/>
          </p:nvPr>
        </p:nvSpPr>
        <p:spPr>
          <a:xfrm>
            <a:off x="1143000" y="2701528"/>
            <a:ext cx="6858000" cy="124182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750"/>
              </a:spcBef>
              <a:spcAft>
                <a:spcPts val="0"/>
              </a:spcAft>
              <a:buClr>
                <a:schemeClr val="dk1"/>
              </a:buClr>
              <a:buSzPts val="1800"/>
              <a:buNone/>
              <a:defRPr sz="1800"/>
            </a:lvl1pPr>
            <a:lvl2pPr lvl="1" algn="ctr">
              <a:lnSpc>
                <a:spcPct val="90000"/>
              </a:lnSpc>
              <a:spcBef>
                <a:spcPts val="375"/>
              </a:spcBef>
              <a:spcAft>
                <a:spcPts val="0"/>
              </a:spcAft>
              <a:buClr>
                <a:schemeClr val="dk1"/>
              </a:buClr>
              <a:buSzPts val="1500"/>
              <a:buNone/>
              <a:defRPr sz="1500"/>
            </a:lvl2pPr>
            <a:lvl3pPr lvl="2" algn="ctr">
              <a:lnSpc>
                <a:spcPct val="90000"/>
              </a:lnSpc>
              <a:spcBef>
                <a:spcPts val="375"/>
              </a:spcBef>
              <a:spcAft>
                <a:spcPts val="0"/>
              </a:spcAft>
              <a:buClr>
                <a:schemeClr val="dk1"/>
              </a:buClr>
              <a:buSzPts val="1350"/>
              <a:buNone/>
              <a:defRPr sz="1350"/>
            </a:lvl3pPr>
            <a:lvl4pPr lvl="3" algn="ctr">
              <a:lnSpc>
                <a:spcPct val="90000"/>
              </a:lnSpc>
              <a:spcBef>
                <a:spcPts val="375"/>
              </a:spcBef>
              <a:spcAft>
                <a:spcPts val="0"/>
              </a:spcAft>
              <a:buClr>
                <a:schemeClr val="dk1"/>
              </a:buClr>
              <a:buSzPts val="1200"/>
              <a:buNone/>
              <a:defRPr sz="1200"/>
            </a:lvl4pPr>
            <a:lvl5pPr lvl="4" algn="ctr">
              <a:lnSpc>
                <a:spcPct val="90000"/>
              </a:lnSpc>
              <a:spcBef>
                <a:spcPts val="375"/>
              </a:spcBef>
              <a:spcAft>
                <a:spcPts val="0"/>
              </a:spcAft>
              <a:buClr>
                <a:schemeClr val="dk1"/>
              </a:buClr>
              <a:buSzPts val="1200"/>
              <a:buNone/>
              <a:defRPr sz="1200"/>
            </a:lvl5pPr>
            <a:lvl6pPr lvl="5" algn="ctr">
              <a:lnSpc>
                <a:spcPct val="90000"/>
              </a:lnSpc>
              <a:spcBef>
                <a:spcPts val="375"/>
              </a:spcBef>
              <a:spcAft>
                <a:spcPts val="0"/>
              </a:spcAft>
              <a:buClr>
                <a:schemeClr val="dk1"/>
              </a:buClr>
              <a:buSzPts val="1200"/>
              <a:buNone/>
              <a:defRPr sz="1200"/>
            </a:lvl6pPr>
            <a:lvl7pPr lvl="6" algn="ctr">
              <a:lnSpc>
                <a:spcPct val="90000"/>
              </a:lnSpc>
              <a:spcBef>
                <a:spcPts val="375"/>
              </a:spcBef>
              <a:spcAft>
                <a:spcPts val="0"/>
              </a:spcAft>
              <a:buClr>
                <a:schemeClr val="dk1"/>
              </a:buClr>
              <a:buSzPts val="1200"/>
              <a:buNone/>
              <a:defRPr sz="1200"/>
            </a:lvl7pPr>
            <a:lvl8pPr lvl="7" algn="ctr">
              <a:lnSpc>
                <a:spcPct val="90000"/>
              </a:lnSpc>
              <a:spcBef>
                <a:spcPts val="375"/>
              </a:spcBef>
              <a:spcAft>
                <a:spcPts val="0"/>
              </a:spcAft>
              <a:buClr>
                <a:schemeClr val="dk1"/>
              </a:buClr>
              <a:buSzPts val="1200"/>
              <a:buNone/>
              <a:defRPr sz="1200"/>
            </a:lvl8pPr>
            <a:lvl9pPr lvl="8" algn="ctr">
              <a:lnSpc>
                <a:spcPct val="90000"/>
              </a:lnSpc>
              <a:spcBef>
                <a:spcPts val="375"/>
              </a:spcBef>
              <a:spcAft>
                <a:spcPts val="0"/>
              </a:spcAft>
              <a:buClr>
                <a:schemeClr val="dk1"/>
              </a:buClr>
              <a:buSzPts val="1200"/>
              <a:buNone/>
              <a:defRPr sz="1200"/>
            </a:lvl9pPr>
          </a:lstStyle>
          <a:p/>
        </p:txBody>
      </p:sp>
      <p:sp>
        <p:nvSpPr>
          <p:cNvPr id="31" name="Google Shape;31;p28"/>
          <p:cNvSpPr txBox="1"/>
          <p:nvPr>
            <p:ph idx="10" type="dt"/>
          </p:nvPr>
        </p:nvSpPr>
        <p:spPr>
          <a:xfrm>
            <a:off x="628650" y="4767263"/>
            <a:ext cx="2057400" cy="273844"/>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32" name="Google Shape;32;p28"/>
          <p:cNvSpPr txBox="1"/>
          <p:nvPr>
            <p:ph idx="11" type="ftr"/>
          </p:nvPr>
        </p:nvSpPr>
        <p:spPr>
          <a:xfrm>
            <a:off x="3028950" y="4767263"/>
            <a:ext cx="3086100" cy="27384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3" name="Google Shape;33;p28"/>
          <p:cNvSpPr txBox="1"/>
          <p:nvPr>
            <p:ph idx="12" type="sldNum"/>
          </p:nvPr>
        </p:nvSpPr>
        <p:spPr>
          <a:xfrm>
            <a:off x="6457950" y="4767263"/>
            <a:ext cx="2057400" cy="273844"/>
          </a:xfrm>
          <a:prstGeom prst="rect">
            <a:avLst/>
          </a:prstGeom>
          <a:noFill/>
          <a:ln>
            <a:noFill/>
          </a:ln>
        </p:spPr>
        <p:txBody>
          <a:bodyPr anchorCtr="0" anchor="ctr" bIns="45700" lIns="91425" spcFirstLastPara="1" rIns="91425" wrap="square" tIns="45700">
            <a:noAutofit/>
          </a:bodyPr>
          <a:lstStyle>
            <a:lvl1pPr indent="0" lvl="0" marL="38100" algn="r">
              <a:lnSpc>
                <a:spcPct val="137777"/>
              </a:lnSpc>
              <a:spcBef>
                <a:spcPts val="0"/>
              </a:spcBef>
              <a:buNone/>
              <a:defRPr/>
            </a:lvl1pPr>
            <a:lvl2pPr indent="0" lvl="1" marL="38100" algn="r">
              <a:lnSpc>
                <a:spcPct val="137777"/>
              </a:lnSpc>
              <a:spcBef>
                <a:spcPts val="0"/>
              </a:spcBef>
              <a:buNone/>
              <a:defRPr/>
            </a:lvl2pPr>
            <a:lvl3pPr indent="0" lvl="2" marL="38100" algn="r">
              <a:lnSpc>
                <a:spcPct val="137777"/>
              </a:lnSpc>
              <a:spcBef>
                <a:spcPts val="0"/>
              </a:spcBef>
              <a:buNone/>
              <a:defRPr/>
            </a:lvl3pPr>
            <a:lvl4pPr indent="0" lvl="3" marL="38100" algn="r">
              <a:lnSpc>
                <a:spcPct val="137777"/>
              </a:lnSpc>
              <a:spcBef>
                <a:spcPts val="0"/>
              </a:spcBef>
              <a:buNone/>
              <a:defRPr/>
            </a:lvl4pPr>
            <a:lvl5pPr indent="0" lvl="4" marL="38100" algn="r">
              <a:lnSpc>
                <a:spcPct val="137777"/>
              </a:lnSpc>
              <a:spcBef>
                <a:spcPts val="0"/>
              </a:spcBef>
              <a:buNone/>
              <a:defRPr/>
            </a:lvl5pPr>
            <a:lvl6pPr indent="0" lvl="5" marL="38100" algn="r">
              <a:lnSpc>
                <a:spcPct val="137777"/>
              </a:lnSpc>
              <a:spcBef>
                <a:spcPts val="0"/>
              </a:spcBef>
              <a:buNone/>
              <a:defRPr/>
            </a:lvl6pPr>
            <a:lvl7pPr indent="0" lvl="6" marL="38100" algn="r">
              <a:lnSpc>
                <a:spcPct val="137777"/>
              </a:lnSpc>
              <a:spcBef>
                <a:spcPts val="0"/>
              </a:spcBef>
              <a:buNone/>
              <a:defRPr/>
            </a:lvl7pPr>
            <a:lvl8pPr indent="0" lvl="7" marL="38100" algn="r">
              <a:lnSpc>
                <a:spcPct val="137777"/>
              </a:lnSpc>
              <a:spcBef>
                <a:spcPts val="0"/>
              </a:spcBef>
              <a:buNone/>
              <a:defRPr/>
            </a:lvl8pPr>
            <a:lvl9pPr indent="0" lvl="8" marL="38100" algn="r">
              <a:lnSpc>
                <a:spcPct val="137777"/>
              </a:lnSpc>
              <a:spcBef>
                <a:spcPts val="0"/>
              </a:spcBef>
              <a:buNone/>
              <a:defRPr/>
            </a:lvl9pPr>
          </a:lstStyle>
          <a:p>
            <a:pPr indent="0" lvl="0" marL="3810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4" name="Shape 34"/>
        <p:cNvGrpSpPr/>
        <p:nvPr/>
      </p:nvGrpSpPr>
      <p:grpSpPr>
        <a:xfrm>
          <a:off x="0" y="0"/>
          <a:ext cx="0" cy="0"/>
          <a:chOff x="0" y="0"/>
          <a:chExt cx="0" cy="0"/>
        </a:xfrm>
      </p:grpSpPr>
      <p:sp>
        <p:nvSpPr>
          <p:cNvPr id="35" name="Google Shape;35;p29"/>
          <p:cNvSpPr txBox="1"/>
          <p:nvPr>
            <p:ph type="title"/>
          </p:nvPr>
        </p:nvSpPr>
        <p:spPr>
          <a:xfrm>
            <a:off x="623888" y="1282304"/>
            <a:ext cx="7886700" cy="2139553"/>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4500"/>
              <a:buFont typeface="Calibri"/>
              <a:buNone/>
              <a:defRPr sz="45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6" name="Google Shape;36;p29"/>
          <p:cNvSpPr txBox="1"/>
          <p:nvPr>
            <p:ph idx="1" type="body"/>
          </p:nvPr>
        </p:nvSpPr>
        <p:spPr>
          <a:xfrm>
            <a:off x="623888" y="3442098"/>
            <a:ext cx="7886700" cy="112514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750"/>
              </a:spcBef>
              <a:spcAft>
                <a:spcPts val="0"/>
              </a:spcAft>
              <a:buClr>
                <a:srgbClr val="888888"/>
              </a:buClr>
              <a:buSzPts val="1800"/>
              <a:buNone/>
              <a:defRPr sz="1800">
                <a:solidFill>
                  <a:srgbClr val="888888"/>
                </a:solidFill>
              </a:defRPr>
            </a:lvl1pPr>
            <a:lvl2pPr indent="-228600" lvl="1" marL="914400" algn="l">
              <a:lnSpc>
                <a:spcPct val="90000"/>
              </a:lnSpc>
              <a:spcBef>
                <a:spcPts val="375"/>
              </a:spcBef>
              <a:spcAft>
                <a:spcPts val="0"/>
              </a:spcAft>
              <a:buClr>
                <a:srgbClr val="888888"/>
              </a:buClr>
              <a:buSzPts val="1500"/>
              <a:buNone/>
              <a:defRPr sz="1500">
                <a:solidFill>
                  <a:srgbClr val="888888"/>
                </a:solidFill>
              </a:defRPr>
            </a:lvl2pPr>
            <a:lvl3pPr indent="-228600" lvl="2" marL="1371600" algn="l">
              <a:lnSpc>
                <a:spcPct val="90000"/>
              </a:lnSpc>
              <a:spcBef>
                <a:spcPts val="375"/>
              </a:spcBef>
              <a:spcAft>
                <a:spcPts val="0"/>
              </a:spcAft>
              <a:buClr>
                <a:srgbClr val="888888"/>
              </a:buClr>
              <a:buSzPts val="1350"/>
              <a:buNone/>
              <a:defRPr sz="1350">
                <a:solidFill>
                  <a:srgbClr val="888888"/>
                </a:solidFill>
              </a:defRPr>
            </a:lvl3pPr>
            <a:lvl4pPr indent="-228600" lvl="3" marL="1828800" algn="l">
              <a:lnSpc>
                <a:spcPct val="90000"/>
              </a:lnSpc>
              <a:spcBef>
                <a:spcPts val="375"/>
              </a:spcBef>
              <a:spcAft>
                <a:spcPts val="0"/>
              </a:spcAft>
              <a:buClr>
                <a:srgbClr val="888888"/>
              </a:buClr>
              <a:buSzPts val="1200"/>
              <a:buNone/>
              <a:defRPr sz="1200">
                <a:solidFill>
                  <a:srgbClr val="888888"/>
                </a:solidFill>
              </a:defRPr>
            </a:lvl4pPr>
            <a:lvl5pPr indent="-228600" lvl="4" marL="2286000" algn="l">
              <a:lnSpc>
                <a:spcPct val="90000"/>
              </a:lnSpc>
              <a:spcBef>
                <a:spcPts val="375"/>
              </a:spcBef>
              <a:spcAft>
                <a:spcPts val="0"/>
              </a:spcAft>
              <a:buClr>
                <a:srgbClr val="888888"/>
              </a:buClr>
              <a:buSzPts val="1200"/>
              <a:buNone/>
              <a:defRPr sz="1200">
                <a:solidFill>
                  <a:srgbClr val="888888"/>
                </a:solidFill>
              </a:defRPr>
            </a:lvl5pPr>
            <a:lvl6pPr indent="-228600" lvl="5" marL="2743200" algn="l">
              <a:lnSpc>
                <a:spcPct val="90000"/>
              </a:lnSpc>
              <a:spcBef>
                <a:spcPts val="375"/>
              </a:spcBef>
              <a:spcAft>
                <a:spcPts val="0"/>
              </a:spcAft>
              <a:buClr>
                <a:srgbClr val="888888"/>
              </a:buClr>
              <a:buSzPts val="1200"/>
              <a:buNone/>
              <a:defRPr sz="1200">
                <a:solidFill>
                  <a:srgbClr val="888888"/>
                </a:solidFill>
              </a:defRPr>
            </a:lvl6pPr>
            <a:lvl7pPr indent="-228600" lvl="6" marL="3200400" algn="l">
              <a:lnSpc>
                <a:spcPct val="90000"/>
              </a:lnSpc>
              <a:spcBef>
                <a:spcPts val="375"/>
              </a:spcBef>
              <a:spcAft>
                <a:spcPts val="0"/>
              </a:spcAft>
              <a:buClr>
                <a:srgbClr val="888888"/>
              </a:buClr>
              <a:buSzPts val="1200"/>
              <a:buNone/>
              <a:defRPr sz="1200">
                <a:solidFill>
                  <a:srgbClr val="888888"/>
                </a:solidFill>
              </a:defRPr>
            </a:lvl7pPr>
            <a:lvl8pPr indent="-228600" lvl="7" marL="3657600" algn="l">
              <a:lnSpc>
                <a:spcPct val="90000"/>
              </a:lnSpc>
              <a:spcBef>
                <a:spcPts val="375"/>
              </a:spcBef>
              <a:spcAft>
                <a:spcPts val="0"/>
              </a:spcAft>
              <a:buClr>
                <a:srgbClr val="888888"/>
              </a:buClr>
              <a:buSzPts val="1200"/>
              <a:buNone/>
              <a:defRPr sz="1200">
                <a:solidFill>
                  <a:srgbClr val="888888"/>
                </a:solidFill>
              </a:defRPr>
            </a:lvl8pPr>
            <a:lvl9pPr indent="-228600" lvl="8" marL="4114800" algn="l">
              <a:lnSpc>
                <a:spcPct val="90000"/>
              </a:lnSpc>
              <a:spcBef>
                <a:spcPts val="375"/>
              </a:spcBef>
              <a:spcAft>
                <a:spcPts val="0"/>
              </a:spcAft>
              <a:buClr>
                <a:srgbClr val="888888"/>
              </a:buClr>
              <a:buSzPts val="1200"/>
              <a:buNone/>
              <a:defRPr sz="1200">
                <a:solidFill>
                  <a:srgbClr val="888888"/>
                </a:solidFill>
              </a:defRPr>
            </a:lvl9pPr>
          </a:lstStyle>
          <a:p/>
        </p:txBody>
      </p:sp>
      <p:sp>
        <p:nvSpPr>
          <p:cNvPr id="37" name="Google Shape;37;p29"/>
          <p:cNvSpPr txBox="1"/>
          <p:nvPr>
            <p:ph idx="11" type="ftr"/>
          </p:nvPr>
        </p:nvSpPr>
        <p:spPr>
          <a:xfrm>
            <a:off x="3028950" y="4767263"/>
            <a:ext cx="3086100" cy="27384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29"/>
          <p:cNvSpPr txBox="1"/>
          <p:nvPr>
            <p:ph idx="12" type="sldNum"/>
          </p:nvPr>
        </p:nvSpPr>
        <p:spPr>
          <a:xfrm>
            <a:off x="6457950" y="4767263"/>
            <a:ext cx="2057400" cy="273844"/>
          </a:xfrm>
          <a:prstGeom prst="rect">
            <a:avLst/>
          </a:prstGeom>
          <a:noFill/>
          <a:ln>
            <a:noFill/>
          </a:ln>
        </p:spPr>
        <p:txBody>
          <a:bodyPr anchorCtr="0" anchor="ctr" bIns="45700" lIns="91425" spcFirstLastPara="1" rIns="91425" wrap="square" tIns="45700">
            <a:noAutofit/>
          </a:bodyPr>
          <a:lstStyle>
            <a:lvl1pPr indent="0" lvl="0" marL="38100" algn="r">
              <a:lnSpc>
                <a:spcPct val="137777"/>
              </a:lnSpc>
              <a:spcBef>
                <a:spcPts val="0"/>
              </a:spcBef>
              <a:buNone/>
              <a:defRPr/>
            </a:lvl1pPr>
            <a:lvl2pPr indent="0" lvl="1" marL="38100" algn="r">
              <a:lnSpc>
                <a:spcPct val="137777"/>
              </a:lnSpc>
              <a:spcBef>
                <a:spcPts val="0"/>
              </a:spcBef>
              <a:buNone/>
              <a:defRPr/>
            </a:lvl2pPr>
            <a:lvl3pPr indent="0" lvl="2" marL="38100" algn="r">
              <a:lnSpc>
                <a:spcPct val="137777"/>
              </a:lnSpc>
              <a:spcBef>
                <a:spcPts val="0"/>
              </a:spcBef>
              <a:buNone/>
              <a:defRPr/>
            </a:lvl3pPr>
            <a:lvl4pPr indent="0" lvl="3" marL="38100" algn="r">
              <a:lnSpc>
                <a:spcPct val="137777"/>
              </a:lnSpc>
              <a:spcBef>
                <a:spcPts val="0"/>
              </a:spcBef>
              <a:buNone/>
              <a:defRPr/>
            </a:lvl4pPr>
            <a:lvl5pPr indent="0" lvl="4" marL="38100" algn="r">
              <a:lnSpc>
                <a:spcPct val="137777"/>
              </a:lnSpc>
              <a:spcBef>
                <a:spcPts val="0"/>
              </a:spcBef>
              <a:buNone/>
              <a:defRPr/>
            </a:lvl5pPr>
            <a:lvl6pPr indent="0" lvl="5" marL="38100" algn="r">
              <a:lnSpc>
                <a:spcPct val="137777"/>
              </a:lnSpc>
              <a:spcBef>
                <a:spcPts val="0"/>
              </a:spcBef>
              <a:buNone/>
              <a:defRPr/>
            </a:lvl6pPr>
            <a:lvl7pPr indent="0" lvl="6" marL="38100" algn="r">
              <a:lnSpc>
                <a:spcPct val="137777"/>
              </a:lnSpc>
              <a:spcBef>
                <a:spcPts val="0"/>
              </a:spcBef>
              <a:buNone/>
              <a:defRPr/>
            </a:lvl7pPr>
            <a:lvl8pPr indent="0" lvl="7" marL="38100" algn="r">
              <a:lnSpc>
                <a:spcPct val="137777"/>
              </a:lnSpc>
              <a:spcBef>
                <a:spcPts val="0"/>
              </a:spcBef>
              <a:buNone/>
              <a:defRPr/>
            </a:lvl8pPr>
            <a:lvl9pPr indent="0" lvl="8" marL="38100" algn="r">
              <a:lnSpc>
                <a:spcPct val="137777"/>
              </a:lnSpc>
              <a:spcBef>
                <a:spcPts val="0"/>
              </a:spcBef>
              <a:buNone/>
              <a:defRPr/>
            </a:lvl9pPr>
          </a:lstStyle>
          <a:p>
            <a:pPr indent="0" lvl="0" marL="3810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9" name="Shape 39"/>
        <p:cNvGrpSpPr/>
        <p:nvPr/>
      </p:nvGrpSpPr>
      <p:grpSpPr>
        <a:xfrm>
          <a:off x="0" y="0"/>
          <a:ext cx="0" cy="0"/>
          <a:chOff x="0" y="0"/>
          <a:chExt cx="0" cy="0"/>
        </a:xfrm>
      </p:grpSpPr>
      <p:sp>
        <p:nvSpPr>
          <p:cNvPr id="40" name="Google Shape;40;p30"/>
          <p:cNvSpPr txBox="1"/>
          <p:nvPr>
            <p:ph type="title"/>
          </p:nvPr>
        </p:nvSpPr>
        <p:spPr>
          <a:xfrm>
            <a:off x="628650" y="273844"/>
            <a:ext cx="7886700" cy="99417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1" name="Google Shape;41;p30"/>
          <p:cNvSpPr txBox="1"/>
          <p:nvPr>
            <p:ph idx="1" type="body"/>
          </p:nvPr>
        </p:nvSpPr>
        <p:spPr>
          <a:xfrm>
            <a:off x="628650" y="1369219"/>
            <a:ext cx="3886200" cy="3263504"/>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42" name="Google Shape;42;p30"/>
          <p:cNvSpPr txBox="1"/>
          <p:nvPr>
            <p:ph idx="2" type="body"/>
          </p:nvPr>
        </p:nvSpPr>
        <p:spPr>
          <a:xfrm>
            <a:off x="4629150" y="1369219"/>
            <a:ext cx="3886200" cy="3263504"/>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43" name="Google Shape;43;p30"/>
          <p:cNvSpPr txBox="1"/>
          <p:nvPr>
            <p:ph idx="10" type="dt"/>
          </p:nvPr>
        </p:nvSpPr>
        <p:spPr>
          <a:xfrm>
            <a:off x="628650" y="4767263"/>
            <a:ext cx="2057400" cy="273844"/>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4" name="Google Shape;44;p30"/>
          <p:cNvSpPr txBox="1"/>
          <p:nvPr>
            <p:ph idx="11" type="ftr"/>
          </p:nvPr>
        </p:nvSpPr>
        <p:spPr>
          <a:xfrm>
            <a:off x="3028950" y="4767263"/>
            <a:ext cx="3086100" cy="27384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5" name="Google Shape;45;p30"/>
          <p:cNvSpPr txBox="1"/>
          <p:nvPr>
            <p:ph idx="12" type="sldNum"/>
          </p:nvPr>
        </p:nvSpPr>
        <p:spPr>
          <a:xfrm>
            <a:off x="6457950" y="4767263"/>
            <a:ext cx="2057400" cy="273844"/>
          </a:xfrm>
          <a:prstGeom prst="rect">
            <a:avLst/>
          </a:prstGeom>
          <a:noFill/>
          <a:ln>
            <a:noFill/>
          </a:ln>
        </p:spPr>
        <p:txBody>
          <a:bodyPr anchorCtr="0" anchor="ctr" bIns="45700" lIns="91425" spcFirstLastPara="1" rIns="91425" wrap="square" tIns="45700">
            <a:noAutofit/>
          </a:bodyPr>
          <a:lstStyle>
            <a:lvl1pPr indent="0" lvl="0" marL="38100" algn="r">
              <a:lnSpc>
                <a:spcPct val="137777"/>
              </a:lnSpc>
              <a:spcBef>
                <a:spcPts val="0"/>
              </a:spcBef>
              <a:buNone/>
              <a:defRPr/>
            </a:lvl1pPr>
            <a:lvl2pPr indent="0" lvl="1" marL="38100" algn="r">
              <a:lnSpc>
                <a:spcPct val="137777"/>
              </a:lnSpc>
              <a:spcBef>
                <a:spcPts val="0"/>
              </a:spcBef>
              <a:buNone/>
              <a:defRPr/>
            </a:lvl2pPr>
            <a:lvl3pPr indent="0" lvl="2" marL="38100" algn="r">
              <a:lnSpc>
                <a:spcPct val="137777"/>
              </a:lnSpc>
              <a:spcBef>
                <a:spcPts val="0"/>
              </a:spcBef>
              <a:buNone/>
              <a:defRPr/>
            </a:lvl3pPr>
            <a:lvl4pPr indent="0" lvl="3" marL="38100" algn="r">
              <a:lnSpc>
                <a:spcPct val="137777"/>
              </a:lnSpc>
              <a:spcBef>
                <a:spcPts val="0"/>
              </a:spcBef>
              <a:buNone/>
              <a:defRPr/>
            </a:lvl4pPr>
            <a:lvl5pPr indent="0" lvl="4" marL="38100" algn="r">
              <a:lnSpc>
                <a:spcPct val="137777"/>
              </a:lnSpc>
              <a:spcBef>
                <a:spcPts val="0"/>
              </a:spcBef>
              <a:buNone/>
              <a:defRPr/>
            </a:lvl5pPr>
            <a:lvl6pPr indent="0" lvl="5" marL="38100" algn="r">
              <a:lnSpc>
                <a:spcPct val="137777"/>
              </a:lnSpc>
              <a:spcBef>
                <a:spcPts val="0"/>
              </a:spcBef>
              <a:buNone/>
              <a:defRPr/>
            </a:lvl6pPr>
            <a:lvl7pPr indent="0" lvl="6" marL="38100" algn="r">
              <a:lnSpc>
                <a:spcPct val="137777"/>
              </a:lnSpc>
              <a:spcBef>
                <a:spcPts val="0"/>
              </a:spcBef>
              <a:buNone/>
              <a:defRPr/>
            </a:lvl7pPr>
            <a:lvl8pPr indent="0" lvl="7" marL="38100" algn="r">
              <a:lnSpc>
                <a:spcPct val="137777"/>
              </a:lnSpc>
              <a:spcBef>
                <a:spcPts val="0"/>
              </a:spcBef>
              <a:buNone/>
              <a:defRPr/>
            </a:lvl8pPr>
            <a:lvl9pPr indent="0" lvl="8" marL="38100" algn="r">
              <a:lnSpc>
                <a:spcPct val="137777"/>
              </a:lnSpc>
              <a:spcBef>
                <a:spcPts val="0"/>
              </a:spcBef>
              <a:buNone/>
              <a:defRPr/>
            </a:lvl9pPr>
          </a:lstStyle>
          <a:p>
            <a:pPr indent="0" lvl="0" marL="3810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6" name="Shape 46"/>
        <p:cNvGrpSpPr/>
        <p:nvPr/>
      </p:nvGrpSpPr>
      <p:grpSpPr>
        <a:xfrm>
          <a:off x="0" y="0"/>
          <a:ext cx="0" cy="0"/>
          <a:chOff x="0" y="0"/>
          <a:chExt cx="0" cy="0"/>
        </a:xfrm>
      </p:grpSpPr>
      <p:sp>
        <p:nvSpPr>
          <p:cNvPr id="47" name="Google Shape;47;p31"/>
          <p:cNvSpPr txBox="1"/>
          <p:nvPr>
            <p:ph type="title"/>
          </p:nvPr>
        </p:nvSpPr>
        <p:spPr>
          <a:xfrm>
            <a:off x="629841" y="273844"/>
            <a:ext cx="7886700" cy="99417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8" name="Google Shape;48;p31"/>
          <p:cNvSpPr txBox="1"/>
          <p:nvPr>
            <p:ph idx="1" type="body"/>
          </p:nvPr>
        </p:nvSpPr>
        <p:spPr>
          <a:xfrm>
            <a:off x="629842" y="1260872"/>
            <a:ext cx="3868340" cy="617934"/>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750"/>
              </a:spcBef>
              <a:spcAft>
                <a:spcPts val="0"/>
              </a:spcAft>
              <a:buClr>
                <a:schemeClr val="dk1"/>
              </a:buClr>
              <a:buSzPts val="1800"/>
              <a:buNone/>
              <a:defRPr b="1" sz="1800"/>
            </a:lvl1pPr>
            <a:lvl2pPr indent="-228600" lvl="1" marL="914400" algn="l">
              <a:lnSpc>
                <a:spcPct val="90000"/>
              </a:lnSpc>
              <a:spcBef>
                <a:spcPts val="375"/>
              </a:spcBef>
              <a:spcAft>
                <a:spcPts val="0"/>
              </a:spcAft>
              <a:buClr>
                <a:schemeClr val="dk1"/>
              </a:buClr>
              <a:buSzPts val="1500"/>
              <a:buNone/>
              <a:defRPr b="1" sz="1500"/>
            </a:lvl2pPr>
            <a:lvl3pPr indent="-228600" lvl="2" marL="1371600" algn="l">
              <a:lnSpc>
                <a:spcPct val="90000"/>
              </a:lnSpc>
              <a:spcBef>
                <a:spcPts val="375"/>
              </a:spcBef>
              <a:spcAft>
                <a:spcPts val="0"/>
              </a:spcAft>
              <a:buClr>
                <a:schemeClr val="dk1"/>
              </a:buClr>
              <a:buSzPts val="1350"/>
              <a:buNone/>
              <a:defRPr b="1" sz="1350"/>
            </a:lvl3pPr>
            <a:lvl4pPr indent="-228600" lvl="3" marL="1828800" algn="l">
              <a:lnSpc>
                <a:spcPct val="90000"/>
              </a:lnSpc>
              <a:spcBef>
                <a:spcPts val="375"/>
              </a:spcBef>
              <a:spcAft>
                <a:spcPts val="0"/>
              </a:spcAft>
              <a:buClr>
                <a:schemeClr val="dk1"/>
              </a:buClr>
              <a:buSzPts val="1200"/>
              <a:buNone/>
              <a:defRPr b="1" sz="1200"/>
            </a:lvl4pPr>
            <a:lvl5pPr indent="-228600" lvl="4" marL="2286000" algn="l">
              <a:lnSpc>
                <a:spcPct val="90000"/>
              </a:lnSpc>
              <a:spcBef>
                <a:spcPts val="375"/>
              </a:spcBef>
              <a:spcAft>
                <a:spcPts val="0"/>
              </a:spcAft>
              <a:buClr>
                <a:schemeClr val="dk1"/>
              </a:buClr>
              <a:buSzPts val="1200"/>
              <a:buNone/>
              <a:defRPr b="1" sz="1200"/>
            </a:lvl5pPr>
            <a:lvl6pPr indent="-228600" lvl="5" marL="2743200" algn="l">
              <a:lnSpc>
                <a:spcPct val="90000"/>
              </a:lnSpc>
              <a:spcBef>
                <a:spcPts val="375"/>
              </a:spcBef>
              <a:spcAft>
                <a:spcPts val="0"/>
              </a:spcAft>
              <a:buClr>
                <a:schemeClr val="dk1"/>
              </a:buClr>
              <a:buSzPts val="1200"/>
              <a:buNone/>
              <a:defRPr b="1" sz="1200"/>
            </a:lvl6pPr>
            <a:lvl7pPr indent="-228600" lvl="6" marL="3200400" algn="l">
              <a:lnSpc>
                <a:spcPct val="90000"/>
              </a:lnSpc>
              <a:spcBef>
                <a:spcPts val="375"/>
              </a:spcBef>
              <a:spcAft>
                <a:spcPts val="0"/>
              </a:spcAft>
              <a:buClr>
                <a:schemeClr val="dk1"/>
              </a:buClr>
              <a:buSzPts val="1200"/>
              <a:buNone/>
              <a:defRPr b="1" sz="1200"/>
            </a:lvl7pPr>
            <a:lvl8pPr indent="-228600" lvl="7" marL="3657600" algn="l">
              <a:lnSpc>
                <a:spcPct val="90000"/>
              </a:lnSpc>
              <a:spcBef>
                <a:spcPts val="375"/>
              </a:spcBef>
              <a:spcAft>
                <a:spcPts val="0"/>
              </a:spcAft>
              <a:buClr>
                <a:schemeClr val="dk1"/>
              </a:buClr>
              <a:buSzPts val="1200"/>
              <a:buNone/>
              <a:defRPr b="1" sz="1200"/>
            </a:lvl8pPr>
            <a:lvl9pPr indent="-228600" lvl="8" marL="4114800" algn="l">
              <a:lnSpc>
                <a:spcPct val="90000"/>
              </a:lnSpc>
              <a:spcBef>
                <a:spcPts val="375"/>
              </a:spcBef>
              <a:spcAft>
                <a:spcPts val="0"/>
              </a:spcAft>
              <a:buClr>
                <a:schemeClr val="dk1"/>
              </a:buClr>
              <a:buSzPts val="1200"/>
              <a:buNone/>
              <a:defRPr b="1" sz="1200"/>
            </a:lvl9pPr>
          </a:lstStyle>
          <a:p/>
        </p:txBody>
      </p:sp>
      <p:sp>
        <p:nvSpPr>
          <p:cNvPr id="49" name="Google Shape;49;p31"/>
          <p:cNvSpPr txBox="1"/>
          <p:nvPr>
            <p:ph idx="2" type="body"/>
          </p:nvPr>
        </p:nvSpPr>
        <p:spPr>
          <a:xfrm>
            <a:off x="629842" y="1878806"/>
            <a:ext cx="3868340" cy="2763441"/>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50" name="Google Shape;50;p31"/>
          <p:cNvSpPr txBox="1"/>
          <p:nvPr>
            <p:ph idx="3" type="body"/>
          </p:nvPr>
        </p:nvSpPr>
        <p:spPr>
          <a:xfrm>
            <a:off x="4629150" y="1260872"/>
            <a:ext cx="3887391" cy="617934"/>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750"/>
              </a:spcBef>
              <a:spcAft>
                <a:spcPts val="0"/>
              </a:spcAft>
              <a:buClr>
                <a:schemeClr val="dk1"/>
              </a:buClr>
              <a:buSzPts val="1800"/>
              <a:buNone/>
              <a:defRPr b="1" sz="1800"/>
            </a:lvl1pPr>
            <a:lvl2pPr indent="-228600" lvl="1" marL="914400" algn="l">
              <a:lnSpc>
                <a:spcPct val="90000"/>
              </a:lnSpc>
              <a:spcBef>
                <a:spcPts val="375"/>
              </a:spcBef>
              <a:spcAft>
                <a:spcPts val="0"/>
              </a:spcAft>
              <a:buClr>
                <a:schemeClr val="dk1"/>
              </a:buClr>
              <a:buSzPts val="1500"/>
              <a:buNone/>
              <a:defRPr b="1" sz="1500"/>
            </a:lvl2pPr>
            <a:lvl3pPr indent="-228600" lvl="2" marL="1371600" algn="l">
              <a:lnSpc>
                <a:spcPct val="90000"/>
              </a:lnSpc>
              <a:spcBef>
                <a:spcPts val="375"/>
              </a:spcBef>
              <a:spcAft>
                <a:spcPts val="0"/>
              </a:spcAft>
              <a:buClr>
                <a:schemeClr val="dk1"/>
              </a:buClr>
              <a:buSzPts val="1350"/>
              <a:buNone/>
              <a:defRPr b="1" sz="1350"/>
            </a:lvl3pPr>
            <a:lvl4pPr indent="-228600" lvl="3" marL="1828800" algn="l">
              <a:lnSpc>
                <a:spcPct val="90000"/>
              </a:lnSpc>
              <a:spcBef>
                <a:spcPts val="375"/>
              </a:spcBef>
              <a:spcAft>
                <a:spcPts val="0"/>
              </a:spcAft>
              <a:buClr>
                <a:schemeClr val="dk1"/>
              </a:buClr>
              <a:buSzPts val="1200"/>
              <a:buNone/>
              <a:defRPr b="1" sz="1200"/>
            </a:lvl4pPr>
            <a:lvl5pPr indent="-228600" lvl="4" marL="2286000" algn="l">
              <a:lnSpc>
                <a:spcPct val="90000"/>
              </a:lnSpc>
              <a:spcBef>
                <a:spcPts val="375"/>
              </a:spcBef>
              <a:spcAft>
                <a:spcPts val="0"/>
              </a:spcAft>
              <a:buClr>
                <a:schemeClr val="dk1"/>
              </a:buClr>
              <a:buSzPts val="1200"/>
              <a:buNone/>
              <a:defRPr b="1" sz="1200"/>
            </a:lvl5pPr>
            <a:lvl6pPr indent="-228600" lvl="5" marL="2743200" algn="l">
              <a:lnSpc>
                <a:spcPct val="90000"/>
              </a:lnSpc>
              <a:spcBef>
                <a:spcPts val="375"/>
              </a:spcBef>
              <a:spcAft>
                <a:spcPts val="0"/>
              </a:spcAft>
              <a:buClr>
                <a:schemeClr val="dk1"/>
              </a:buClr>
              <a:buSzPts val="1200"/>
              <a:buNone/>
              <a:defRPr b="1" sz="1200"/>
            </a:lvl6pPr>
            <a:lvl7pPr indent="-228600" lvl="6" marL="3200400" algn="l">
              <a:lnSpc>
                <a:spcPct val="90000"/>
              </a:lnSpc>
              <a:spcBef>
                <a:spcPts val="375"/>
              </a:spcBef>
              <a:spcAft>
                <a:spcPts val="0"/>
              </a:spcAft>
              <a:buClr>
                <a:schemeClr val="dk1"/>
              </a:buClr>
              <a:buSzPts val="1200"/>
              <a:buNone/>
              <a:defRPr b="1" sz="1200"/>
            </a:lvl7pPr>
            <a:lvl8pPr indent="-228600" lvl="7" marL="3657600" algn="l">
              <a:lnSpc>
                <a:spcPct val="90000"/>
              </a:lnSpc>
              <a:spcBef>
                <a:spcPts val="375"/>
              </a:spcBef>
              <a:spcAft>
                <a:spcPts val="0"/>
              </a:spcAft>
              <a:buClr>
                <a:schemeClr val="dk1"/>
              </a:buClr>
              <a:buSzPts val="1200"/>
              <a:buNone/>
              <a:defRPr b="1" sz="1200"/>
            </a:lvl8pPr>
            <a:lvl9pPr indent="-228600" lvl="8" marL="4114800" algn="l">
              <a:lnSpc>
                <a:spcPct val="90000"/>
              </a:lnSpc>
              <a:spcBef>
                <a:spcPts val="375"/>
              </a:spcBef>
              <a:spcAft>
                <a:spcPts val="0"/>
              </a:spcAft>
              <a:buClr>
                <a:schemeClr val="dk1"/>
              </a:buClr>
              <a:buSzPts val="1200"/>
              <a:buNone/>
              <a:defRPr b="1" sz="1200"/>
            </a:lvl9pPr>
          </a:lstStyle>
          <a:p/>
        </p:txBody>
      </p:sp>
      <p:sp>
        <p:nvSpPr>
          <p:cNvPr id="51" name="Google Shape;51;p31"/>
          <p:cNvSpPr txBox="1"/>
          <p:nvPr>
            <p:ph idx="4" type="body"/>
          </p:nvPr>
        </p:nvSpPr>
        <p:spPr>
          <a:xfrm>
            <a:off x="4629150" y="1878806"/>
            <a:ext cx="3887391" cy="2763441"/>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52" name="Google Shape;52;p31"/>
          <p:cNvSpPr txBox="1"/>
          <p:nvPr>
            <p:ph idx="10" type="dt"/>
          </p:nvPr>
        </p:nvSpPr>
        <p:spPr>
          <a:xfrm>
            <a:off x="628650" y="4767263"/>
            <a:ext cx="2057400" cy="273844"/>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3" name="Google Shape;53;p31"/>
          <p:cNvSpPr txBox="1"/>
          <p:nvPr>
            <p:ph idx="11" type="ftr"/>
          </p:nvPr>
        </p:nvSpPr>
        <p:spPr>
          <a:xfrm>
            <a:off x="3028950" y="4767263"/>
            <a:ext cx="3086100" cy="27384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4" name="Google Shape;54;p31"/>
          <p:cNvSpPr txBox="1"/>
          <p:nvPr>
            <p:ph idx="12" type="sldNum"/>
          </p:nvPr>
        </p:nvSpPr>
        <p:spPr>
          <a:xfrm>
            <a:off x="6457950" y="4767263"/>
            <a:ext cx="2057400" cy="273844"/>
          </a:xfrm>
          <a:prstGeom prst="rect">
            <a:avLst/>
          </a:prstGeom>
          <a:noFill/>
          <a:ln>
            <a:noFill/>
          </a:ln>
        </p:spPr>
        <p:txBody>
          <a:bodyPr anchorCtr="0" anchor="ctr" bIns="45700" lIns="91425" spcFirstLastPara="1" rIns="91425" wrap="square" tIns="45700">
            <a:noAutofit/>
          </a:bodyPr>
          <a:lstStyle>
            <a:lvl1pPr indent="0" lvl="0" marL="38100" algn="r">
              <a:lnSpc>
                <a:spcPct val="137777"/>
              </a:lnSpc>
              <a:spcBef>
                <a:spcPts val="0"/>
              </a:spcBef>
              <a:buNone/>
              <a:defRPr/>
            </a:lvl1pPr>
            <a:lvl2pPr indent="0" lvl="1" marL="38100" algn="r">
              <a:lnSpc>
                <a:spcPct val="137777"/>
              </a:lnSpc>
              <a:spcBef>
                <a:spcPts val="0"/>
              </a:spcBef>
              <a:buNone/>
              <a:defRPr/>
            </a:lvl2pPr>
            <a:lvl3pPr indent="0" lvl="2" marL="38100" algn="r">
              <a:lnSpc>
                <a:spcPct val="137777"/>
              </a:lnSpc>
              <a:spcBef>
                <a:spcPts val="0"/>
              </a:spcBef>
              <a:buNone/>
              <a:defRPr/>
            </a:lvl3pPr>
            <a:lvl4pPr indent="0" lvl="3" marL="38100" algn="r">
              <a:lnSpc>
                <a:spcPct val="137777"/>
              </a:lnSpc>
              <a:spcBef>
                <a:spcPts val="0"/>
              </a:spcBef>
              <a:buNone/>
              <a:defRPr/>
            </a:lvl4pPr>
            <a:lvl5pPr indent="0" lvl="4" marL="38100" algn="r">
              <a:lnSpc>
                <a:spcPct val="137777"/>
              </a:lnSpc>
              <a:spcBef>
                <a:spcPts val="0"/>
              </a:spcBef>
              <a:buNone/>
              <a:defRPr/>
            </a:lvl5pPr>
            <a:lvl6pPr indent="0" lvl="5" marL="38100" algn="r">
              <a:lnSpc>
                <a:spcPct val="137777"/>
              </a:lnSpc>
              <a:spcBef>
                <a:spcPts val="0"/>
              </a:spcBef>
              <a:buNone/>
              <a:defRPr/>
            </a:lvl6pPr>
            <a:lvl7pPr indent="0" lvl="6" marL="38100" algn="r">
              <a:lnSpc>
                <a:spcPct val="137777"/>
              </a:lnSpc>
              <a:spcBef>
                <a:spcPts val="0"/>
              </a:spcBef>
              <a:buNone/>
              <a:defRPr/>
            </a:lvl7pPr>
            <a:lvl8pPr indent="0" lvl="7" marL="38100" algn="r">
              <a:lnSpc>
                <a:spcPct val="137777"/>
              </a:lnSpc>
              <a:spcBef>
                <a:spcPts val="0"/>
              </a:spcBef>
              <a:buNone/>
              <a:defRPr/>
            </a:lvl8pPr>
            <a:lvl9pPr indent="0" lvl="8" marL="38100" algn="r">
              <a:lnSpc>
                <a:spcPct val="137777"/>
              </a:lnSpc>
              <a:spcBef>
                <a:spcPts val="0"/>
              </a:spcBef>
              <a:buNone/>
              <a:defRPr/>
            </a:lvl9pPr>
          </a:lstStyle>
          <a:p>
            <a:pPr indent="0" lvl="0" marL="3810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5" name="Shape 55"/>
        <p:cNvGrpSpPr/>
        <p:nvPr/>
      </p:nvGrpSpPr>
      <p:grpSpPr>
        <a:xfrm>
          <a:off x="0" y="0"/>
          <a:ext cx="0" cy="0"/>
          <a:chOff x="0" y="0"/>
          <a:chExt cx="0" cy="0"/>
        </a:xfrm>
      </p:grpSpPr>
      <p:sp>
        <p:nvSpPr>
          <p:cNvPr id="56" name="Google Shape;56;p32"/>
          <p:cNvSpPr txBox="1"/>
          <p:nvPr>
            <p:ph idx="10" type="dt"/>
          </p:nvPr>
        </p:nvSpPr>
        <p:spPr>
          <a:xfrm>
            <a:off x="628650" y="4767263"/>
            <a:ext cx="2057400" cy="273844"/>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7" name="Google Shape;57;p32"/>
          <p:cNvSpPr txBox="1"/>
          <p:nvPr>
            <p:ph idx="11" type="ftr"/>
          </p:nvPr>
        </p:nvSpPr>
        <p:spPr>
          <a:xfrm>
            <a:off x="3028950" y="4767263"/>
            <a:ext cx="3086100" cy="27384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8" name="Google Shape;58;p32"/>
          <p:cNvSpPr txBox="1"/>
          <p:nvPr>
            <p:ph idx="12" type="sldNum"/>
          </p:nvPr>
        </p:nvSpPr>
        <p:spPr>
          <a:xfrm>
            <a:off x="6457950" y="4767263"/>
            <a:ext cx="2057400" cy="273844"/>
          </a:xfrm>
          <a:prstGeom prst="rect">
            <a:avLst/>
          </a:prstGeom>
          <a:noFill/>
          <a:ln>
            <a:noFill/>
          </a:ln>
        </p:spPr>
        <p:txBody>
          <a:bodyPr anchorCtr="0" anchor="ctr" bIns="45700" lIns="91425" spcFirstLastPara="1" rIns="91425" wrap="square" tIns="45700">
            <a:noAutofit/>
          </a:bodyPr>
          <a:lstStyle>
            <a:lvl1pPr indent="0" lvl="0" marL="38100" algn="r">
              <a:lnSpc>
                <a:spcPct val="137777"/>
              </a:lnSpc>
              <a:spcBef>
                <a:spcPts val="0"/>
              </a:spcBef>
              <a:buNone/>
              <a:defRPr/>
            </a:lvl1pPr>
            <a:lvl2pPr indent="0" lvl="1" marL="38100" algn="r">
              <a:lnSpc>
                <a:spcPct val="137777"/>
              </a:lnSpc>
              <a:spcBef>
                <a:spcPts val="0"/>
              </a:spcBef>
              <a:buNone/>
              <a:defRPr/>
            </a:lvl2pPr>
            <a:lvl3pPr indent="0" lvl="2" marL="38100" algn="r">
              <a:lnSpc>
                <a:spcPct val="137777"/>
              </a:lnSpc>
              <a:spcBef>
                <a:spcPts val="0"/>
              </a:spcBef>
              <a:buNone/>
              <a:defRPr/>
            </a:lvl3pPr>
            <a:lvl4pPr indent="0" lvl="3" marL="38100" algn="r">
              <a:lnSpc>
                <a:spcPct val="137777"/>
              </a:lnSpc>
              <a:spcBef>
                <a:spcPts val="0"/>
              </a:spcBef>
              <a:buNone/>
              <a:defRPr/>
            </a:lvl4pPr>
            <a:lvl5pPr indent="0" lvl="4" marL="38100" algn="r">
              <a:lnSpc>
                <a:spcPct val="137777"/>
              </a:lnSpc>
              <a:spcBef>
                <a:spcPts val="0"/>
              </a:spcBef>
              <a:buNone/>
              <a:defRPr/>
            </a:lvl5pPr>
            <a:lvl6pPr indent="0" lvl="5" marL="38100" algn="r">
              <a:lnSpc>
                <a:spcPct val="137777"/>
              </a:lnSpc>
              <a:spcBef>
                <a:spcPts val="0"/>
              </a:spcBef>
              <a:buNone/>
              <a:defRPr/>
            </a:lvl6pPr>
            <a:lvl7pPr indent="0" lvl="6" marL="38100" algn="r">
              <a:lnSpc>
                <a:spcPct val="137777"/>
              </a:lnSpc>
              <a:spcBef>
                <a:spcPts val="0"/>
              </a:spcBef>
              <a:buNone/>
              <a:defRPr/>
            </a:lvl7pPr>
            <a:lvl8pPr indent="0" lvl="7" marL="38100" algn="r">
              <a:lnSpc>
                <a:spcPct val="137777"/>
              </a:lnSpc>
              <a:spcBef>
                <a:spcPts val="0"/>
              </a:spcBef>
              <a:buNone/>
              <a:defRPr/>
            </a:lvl8pPr>
            <a:lvl9pPr indent="0" lvl="8" marL="38100" algn="r">
              <a:lnSpc>
                <a:spcPct val="137777"/>
              </a:lnSpc>
              <a:spcBef>
                <a:spcPts val="0"/>
              </a:spcBef>
              <a:buNone/>
              <a:defRPr/>
            </a:lvl9pPr>
          </a:lstStyle>
          <a:p>
            <a:pPr indent="0" lvl="0" marL="3810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9" name="Shape 59"/>
        <p:cNvGrpSpPr/>
        <p:nvPr/>
      </p:nvGrpSpPr>
      <p:grpSpPr>
        <a:xfrm>
          <a:off x="0" y="0"/>
          <a:ext cx="0" cy="0"/>
          <a:chOff x="0" y="0"/>
          <a:chExt cx="0" cy="0"/>
        </a:xfrm>
      </p:grpSpPr>
      <p:sp>
        <p:nvSpPr>
          <p:cNvPr id="60" name="Google Shape;60;p33"/>
          <p:cNvSpPr txBox="1"/>
          <p:nvPr>
            <p:ph type="title"/>
          </p:nvPr>
        </p:nvSpPr>
        <p:spPr>
          <a:xfrm>
            <a:off x="629841" y="342900"/>
            <a:ext cx="2949178" cy="120015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2400"/>
              <a:buFont typeface="Calibri"/>
              <a:buNone/>
              <a:defRPr sz="2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1" name="Google Shape;61;p33"/>
          <p:cNvSpPr txBox="1"/>
          <p:nvPr>
            <p:ph idx="1" type="body"/>
          </p:nvPr>
        </p:nvSpPr>
        <p:spPr>
          <a:xfrm>
            <a:off x="3887391" y="740569"/>
            <a:ext cx="4629150" cy="3655219"/>
          </a:xfrm>
          <a:prstGeom prst="rect">
            <a:avLst/>
          </a:prstGeom>
          <a:noFill/>
          <a:ln>
            <a:noFill/>
          </a:ln>
        </p:spPr>
        <p:txBody>
          <a:bodyPr anchorCtr="0" anchor="t" bIns="45700" lIns="91425" spcFirstLastPara="1" rIns="91425" wrap="square" tIns="45700">
            <a:normAutofit/>
          </a:bodyPr>
          <a:lstStyle>
            <a:lvl1pPr indent="-381000" lvl="0" marL="457200" algn="l">
              <a:lnSpc>
                <a:spcPct val="90000"/>
              </a:lnSpc>
              <a:spcBef>
                <a:spcPts val="750"/>
              </a:spcBef>
              <a:spcAft>
                <a:spcPts val="0"/>
              </a:spcAft>
              <a:buClr>
                <a:schemeClr val="dk1"/>
              </a:buClr>
              <a:buSzPts val="2400"/>
              <a:buChar char="•"/>
              <a:defRPr sz="2400"/>
            </a:lvl1pPr>
            <a:lvl2pPr indent="-361950" lvl="1" marL="914400" algn="l">
              <a:lnSpc>
                <a:spcPct val="90000"/>
              </a:lnSpc>
              <a:spcBef>
                <a:spcPts val="375"/>
              </a:spcBef>
              <a:spcAft>
                <a:spcPts val="0"/>
              </a:spcAft>
              <a:buClr>
                <a:schemeClr val="dk1"/>
              </a:buClr>
              <a:buSzPts val="2100"/>
              <a:buChar char="•"/>
              <a:defRPr sz="2100"/>
            </a:lvl2pPr>
            <a:lvl3pPr indent="-342900" lvl="2" marL="1371600" algn="l">
              <a:lnSpc>
                <a:spcPct val="90000"/>
              </a:lnSpc>
              <a:spcBef>
                <a:spcPts val="375"/>
              </a:spcBef>
              <a:spcAft>
                <a:spcPts val="0"/>
              </a:spcAft>
              <a:buClr>
                <a:schemeClr val="dk1"/>
              </a:buClr>
              <a:buSzPts val="1800"/>
              <a:buChar char="•"/>
              <a:defRPr sz="1800"/>
            </a:lvl3pPr>
            <a:lvl4pPr indent="-323850" lvl="3" marL="1828800" algn="l">
              <a:lnSpc>
                <a:spcPct val="90000"/>
              </a:lnSpc>
              <a:spcBef>
                <a:spcPts val="375"/>
              </a:spcBef>
              <a:spcAft>
                <a:spcPts val="0"/>
              </a:spcAft>
              <a:buClr>
                <a:schemeClr val="dk1"/>
              </a:buClr>
              <a:buSzPts val="1500"/>
              <a:buChar char="•"/>
              <a:defRPr sz="1500"/>
            </a:lvl4pPr>
            <a:lvl5pPr indent="-323850" lvl="4" marL="2286000" algn="l">
              <a:lnSpc>
                <a:spcPct val="90000"/>
              </a:lnSpc>
              <a:spcBef>
                <a:spcPts val="375"/>
              </a:spcBef>
              <a:spcAft>
                <a:spcPts val="0"/>
              </a:spcAft>
              <a:buClr>
                <a:schemeClr val="dk1"/>
              </a:buClr>
              <a:buSzPts val="1500"/>
              <a:buChar char="•"/>
              <a:defRPr sz="1500"/>
            </a:lvl5pPr>
            <a:lvl6pPr indent="-323850" lvl="5" marL="2743200" algn="l">
              <a:lnSpc>
                <a:spcPct val="90000"/>
              </a:lnSpc>
              <a:spcBef>
                <a:spcPts val="375"/>
              </a:spcBef>
              <a:spcAft>
                <a:spcPts val="0"/>
              </a:spcAft>
              <a:buClr>
                <a:schemeClr val="dk1"/>
              </a:buClr>
              <a:buSzPts val="1500"/>
              <a:buChar char="•"/>
              <a:defRPr sz="1500"/>
            </a:lvl6pPr>
            <a:lvl7pPr indent="-323850" lvl="6" marL="3200400" algn="l">
              <a:lnSpc>
                <a:spcPct val="90000"/>
              </a:lnSpc>
              <a:spcBef>
                <a:spcPts val="375"/>
              </a:spcBef>
              <a:spcAft>
                <a:spcPts val="0"/>
              </a:spcAft>
              <a:buClr>
                <a:schemeClr val="dk1"/>
              </a:buClr>
              <a:buSzPts val="1500"/>
              <a:buChar char="•"/>
              <a:defRPr sz="1500"/>
            </a:lvl7pPr>
            <a:lvl8pPr indent="-323850" lvl="7" marL="3657600" algn="l">
              <a:lnSpc>
                <a:spcPct val="90000"/>
              </a:lnSpc>
              <a:spcBef>
                <a:spcPts val="375"/>
              </a:spcBef>
              <a:spcAft>
                <a:spcPts val="0"/>
              </a:spcAft>
              <a:buClr>
                <a:schemeClr val="dk1"/>
              </a:buClr>
              <a:buSzPts val="1500"/>
              <a:buChar char="•"/>
              <a:defRPr sz="1500"/>
            </a:lvl8pPr>
            <a:lvl9pPr indent="-323850" lvl="8" marL="4114800" algn="l">
              <a:lnSpc>
                <a:spcPct val="90000"/>
              </a:lnSpc>
              <a:spcBef>
                <a:spcPts val="375"/>
              </a:spcBef>
              <a:spcAft>
                <a:spcPts val="0"/>
              </a:spcAft>
              <a:buClr>
                <a:schemeClr val="dk1"/>
              </a:buClr>
              <a:buSzPts val="1500"/>
              <a:buChar char="•"/>
              <a:defRPr sz="1500"/>
            </a:lvl9pPr>
          </a:lstStyle>
          <a:p/>
        </p:txBody>
      </p:sp>
      <p:sp>
        <p:nvSpPr>
          <p:cNvPr id="62" name="Google Shape;62;p33"/>
          <p:cNvSpPr txBox="1"/>
          <p:nvPr>
            <p:ph idx="2" type="body"/>
          </p:nvPr>
        </p:nvSpPr>
        <p:spPr>
          <a:xfrm>
            <a:off x="629841" y="1543050"/>
            <a:ext cx="2949178" cy="2858691"/>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750"/>
              </a:spcBef>
              <a:spcAft>
                <a:spcPts val="0"/>
              </a:spcAft>
              <a:buClr>
                <a:schemeClr val="dk1"/>
              </a:buClr>
              <a:buSzPts val="1200"/>
              <a:buNone/>
              <a:defRPr sz="1200"/>
            </a:lvl1pPr>
            <a:lvl2pPr indent="-228600" lvl="1" marL="914400" algn="l">
              <a:lnSpc>
                <a:spcPct val="90000"/>
              </a:lnSpc>
              <a:spcBef>
                <a:spcPts val="375"/>
              </a:spcBef>
              <a:spcAft>
                <a:spcPts val="0"/>
              </a:spcAft>
              <a:buClr>
                <a:schemeClr val="dk1"/>
              </a:buClr>
              <a:buSzPts val="1050"/>
              <a:buNone/>
              <a:defRPr sz="1050"/>
            </a:lvl2pPr>
            <a:lvl3pPr indent="-228600" lvl="2" marL="1371600" algn="l">
              <a:lnSpc>
                <a:spcPct val="90000"/>
              </a:lnSpc>
              <a:spcBef>
                <a:spcPts val="375"/>
              </a:spcBef>
              <a:spcAft>
                <a:spcPts val="0"/>
              </a:spcAft>
              <a:buClr>
                <a:schemeClr val="dk1"/>
              </a:buClr>
              <a:buSzPts val="900"/>
              <a:buNone/>
              <a:defRPr sz="900"/>
            </a:lvl3pPr>
            <a:lvl4pPr indent="-228600" lvl="3" marL="1828800" algn="l">
              <a:lnSpc>
                <a:spcPct val="90000"/>
              </a:lnSpc>
              <a:spcBef>
                <a:spcPts val="375"/>
              </a:spcBef>
              <a:spcAft>
                <a:spcPts val="0"/>
              </a:spcAft>
              <a:buClr>
                <a:schemeClr val="dk1"/>
              </a:buClr>
              <a:buSzPts val="750"/>
              <a:buNone/>
              <a:defRPr sz="750"/>
            </a:lvl4pPr>
            <a:lvl5pPr indent="-228600" lvl="4" marL="2286000" algn="l">
              <a:lnSpc>
                <a:spcPct val="90000"/>
              </a:lnSpc>
              <a:spcBef>
                <a:spcPts val="375"/>
              </a:spcBef>
              <a:spcAft>
                <a:spcPts val="0"/>
              </a:spcAft>
              <a:buClr>
                <a:schemeClr val="dk1"/>
              </a:buClr>
              <a:buSzPts val="750"/>
              <a:buNone/>
              <a:defRPr sz="750"/>
            </a:lvl5pPr>
            <a:lvl6pPr indent="-228600" lvl="5" marL="2743200" algn="l">
              <a:lnSpc>
                <a:spcPct val="90000"/>
              </a:lnSpc>
              <a:spcBef>
                <a:spcPts val="375"/>
              </a:spcBef>
              <a:spcAft>
                <a:spcPts val="0"/>
              </a:spcAft>
              <a:buClr>
                <a:schemeClr val="dk1"/>
              </a:buClr>
              <a:buSzPts val="750"/>
              <a:buNone/>
              <a:defRPr sz="750"/>
            </a:lvl6pPr>
            <a:lvl7pPr indent="-228600" lvl="6" marL="3200400" algn="l">
              <a:lnSpc>
                <a:spcPct val="90000"/>
              </a:lnSpc>
              <a:spcBef>
                <a:spcPts val="375"/>
              </a:spcBef>
              <a:spcAft>
                <a:spcPts val="0"/>
              </a:spcAft>
              <a:buClr>
                <a:schemeClr val="dk1"/>
              </a:buClr>
              <a:buSzPts val="750"/>
              <a:buNone/>
              <a:defRPr sz="750"/>
            </a:lvl7pPr>
            <a:lvl8pPr indent="-228600" lvl="7" marL="3657600" algn="l">
              <a:lnSpc>
                <a:spcPct val="90000"/>
              </a:lnSpc>
              <a:spcBef>
                <a:spcPts val="375"/>
              </a:spcBef>
              <a:spcAft>
                <a:spcPts val="0"/>
              </a:spcAft>
              <a:buClr>
                <a:schemeClr val="dk1"/>
              </a:buClr>
              <a:buSzPts val="750"/>
              <a:buNone/>
              <a:defRPr sz="750"/>
            </a:lvl8pPr>
            <a:lvl9pPr indent="-228600" lvl="8" marL="4114800" algn="l">
              <a:lnSpc>
                <a:spcPct val="90000"/>
              </a:lnSpc>
              <a:spcBef>
                <a:spcPts val="375"/>
              </a:spcBef>
              <a:spcAft>
                <a:spcPts val="0"/>
              </a:spcAft>
              <a:buClr>
                <a:schemeClr val="dk1"/>
              </a:buClr>
              <a:buSzPts val="750"/>
              <a:buNone/>
              <a:defRPr sz="750"/>
            </a:lvl9pPr>
          </a:lstStyle>
          <a:p/>
        </p:txBody>
      </p:sp>
      <p:sp>
        <p:nvSpPr>
          <p:cNvPr id="63" name="Google Shape;63;p33"/>
          <p:cNvSpPr txBox="1"/>
          <p:nvPr>
            <p:ph idx="10" type="dt"/>
          </p:nvPr>
        </p:nvSpPr>
        <p:spPr>
          <a:xfrm>
            <a:off x="628650" y="4767263"/>
            <a:ext cx="2057400" cy="273844"/>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64" name="Google Shape;64;p33"/>
          <p:cNvSpPr txBox="1"/>
          <p:nvPr>
            <p:ph idx="11" type="ftr"/>
          </p:nvPr>
        </p:nvSpPr>
        <p:spPr>
          <a:xfrm>
            <a:off x="3028950" y="4767263"/>
            <a:ext cx="3086100" cy="27384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5" name="Google Shape;65;p33"/>
          <p:cNvSpPr txBox="1"/>
          <p:nvPr>
            <p:ph idx="12" type="sldNum"/>
          </p:nvPr>
        </p:nvSpPr>
        <p:spPr>
          <a:xfrm>
            <a:off x="6457950" y="4767263"/>
            <a:ext cx="2057400" cy="273844"/>
          </a:xfrm>
          <a:prstGeom prst="rect">
            <a:avLst/>
          </a:prstGeom>
          <a:noFill/>
          <a:ln>
            <a:noFill/>
          </a:ln>
        </p:spPr>
        <p:txBody>
          <a:bodyPr anchorCtr="0" anchor="ctr" bIns="45700" lIns="91425" spcFirstLastPara="1" rIns="91425" wrap="square" tIns="45700">
            <a:noAutofit/>
          </a:bodyPr>
          <a:lstStyle>
            <a:lvl1pPr indent="0" lvl="0" marL="38100" algn="r">
              <a:lnSpc>
                <a:spcPct val="137777"/>
              </a:lnSpc>
              <a:spcBef>
                <a:spcPts val="0"/>
              </a:spcBef>
              <a:buNone/>
              <a:defRPr/>
            </a:lvl1pPr>
            <a:lvl2pPr indent="0" lvl="1" marL="38100" algn="r">
              <a:lnSpc>
                <a:spcPct val="137777"/>
              </a:lnSpc>
              <a:spcBef>
                <a:spcPts val="0"/>
              </a:spcBef>
              <a:buNone/>
              <a:defRPr/>
            </a:lvl2pPr>
            <a:lvl3pPr indent="0" lvl="2" marL="38100" algn="r">
              <a:lnSpc>
                <a:spcPct val="137777"/>
              </a:lnSpc>
              <a:spcBef>
                <a:spcPts val="0"/>
              </a:spcBef>
              <a:buNone/>
              <a:defRPr/>
            </a:lvl3pPr>
            <a:lvl4pPr indent="0" lvl="3" marL="38100" algn="r">
              <a:lnSpc>
                <a:spcPct val="137777"/>
              </a:lnSpc>
              <a:spcBef>
                <a:spcPts val="0"/>
              </a:spcBef>
              <a:buNone/>
              <a:defRPr/>
            </a:lvl4pPr>
            <a:lvl5pPr indent="0" lvl="4" marL="38100" algn="r">
              <a:lnSpc>
                <a:spcPct val="137777"/>
              </a:lnSpc>
              <a:spcBef>
                <a:spcPts val="0"/>
              </a:spcBef>
              <a:buNone/>
              <a:defRPr/>
            </a:lvl5pPr>
            <a:lvl6pPr indent="0" lvl="5" marL="38100" algn="r">
              <a:lnSpc>
                <a:spcPct val="137777"/>
              </a:lnSpc>
              <a:spcBef>
                <a:spcPts val="0"/>
              </a:spcBef>
              <a:buNone/>
              <a:defRPr/>
            </a:lvl6pPr>
            <a:lvl7pPr indent="0" lvl="6" marL="38100" algn="r">
              <a:lnSpc>
                <a:spcPct val="137777"/>
              </a:lnSpc>
              <a:spcBef>
                <a:spcPts val="0"/>
              </a:spcBef>
              <a:buNone/>
              <a:defRPr/>
            </a:lvl7pPr>
            <a:lvl8pPr indent="0" lvl="7" marL="38100" algn="r">
              <a:lnSpc>
                <a:spcPct val="137777"/>
              </a:lnSpc>
              <a:spcBef>
                <a:spcPts val="0"/>
              </a:spcBef>
              <a:buNone/>
              <a:defRPr/>
            </a:lvl8pPr>
            <a:lvl9pPr indent="0" lvl="8" marL="38100" algn="r">
              <a:lnSpc>
                <a:spcPct val="137777"/>
              </a:lnSpc>
              <a:spcBef>
                <a:spcPts val="0"/>
              </a:spcBef>
              <a:buNone/>
              <a:defRPr/>
            </a:lvl9pPr>
          </a:lstStyle>
          <a:p>
            <a:pPr indent="0" lvl="0" marL="3810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6" name="Shape 66"/>
        <p:cNvGrpSpPr/>
        <p:nvPr/>
      </p:nvGrpSpPr>
      <p:grpSpPr>
        <a:xfrm>
          <a:off x="0" y="0"/>
          <a:ext cx="0" cy="0"/>
          <a:chOff x="0" y="0"/>
          <a:chExt cx="0" cy="0"/>
        </a:xfrm>
      </p:grpSpPr>
      <p:sp>
        <p:nvSpPr>
          <p:cNvPr id="67" name="Google Shape;67;p34"/>
          <p:cNvSpPr txBox="1"/>
          <p:nvPr>
            <p:ph type="title"/>
          </p:nvPr>
        </p:nvSpPr>
        <p:spPr>
          <a:xfrm>
            <a:off x="629841" y="342900"/>
            <a:ext cx="2949178" cy="120015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2400"/>
              <a:buFont typeface="Calibri"/>
              <a:buNone/>
              <a:defRPr sz="2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8" name="Google Shape;68;p34"/>
          <p:cNvSpPr/>
          <p:nvPr>
            <p:ph idx="2" type="pic"/>
          </p:nvPr>
        </p:nvSpPr>
        <p:spPr>
          <a:xfrm>
            <a:off x="3887391" y="740569"/>
            <a:ext cx="4629150" cy="3655219"/>
          </a:xfrm>
          <a:prstGeom prst="rect">
            <a:avLst/>
          </a:prstGeom>
          <a:noFill/>
          <a:ln>
            <a:noFill/>
          </a:ln>
        </p:spPr>
      </p:sp>
      <p:sp>
        <p:nvSpPr>
          <p:cNvPr id="69" name="Google Shape;69;p34"/>
          <p:cNvSpPr txBox="1"/>
          <p:nvPr>
            <p:ph idx="1" type="body"/>
          </p:nvPr>
        </p:nvSpPr>
        <p:spPr>
          <a:xfrm>
            <a:off x="629841" y="1543050"/>
            <a:ext cx="2949178" cy="2858691"/>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750"/>
              </a:spcBef>
              <a:spcAft>
                <a:spcPts val="0"/>
              </a:spcAft>
              <a:buClr>
                <a:schemeClr val="dk1"/>
              </a:buClr>
              <a:buSzPts val="1200"/>
              <a:buNone/>
              <a:defRPr sz="1200"/>
            </a:lvl1pPr>
            <a:lvl2pPr indent="-228600" lvl="1" marL="914400" algn="l">
              <a:lnSpc>
                <a:spcPct val="90000"/>
              </a:lnSpc>
              <a:spcBef>
                <a:spcPts val="375"/>
              </a:spcBef>
              <a:spcAft>
                <a:spcPts val="0"/>
              </a:spcAft>
              <a:buClr>
                <a:schemeClr val="dk1"/>
              </a:buClr>
              <a:buSzPts val="1050"/>
              <a:buNone/>
              <a:defRPr sz="1050"/>
            </a:lvl2pPr>
            <a:lvl3pPr indent="-228600" lvl="2" marL="1371600" algn="l">
              <a:lnSpc>
                <a:spcPct val="90000"/>
              </a:lnSpc>
              <a:spcBef>
                <a:spcPts val="375"/>
              </a:spcBef>
              <a:spcAft>
                <a:spcPts val="0"/>
              </a:spcAft>
              <a:buClr>
                <a:schemeClr val="dk1"/>
              </a:buClr>
              <a:buSzPts val="900"/>
              <a:buNone/>
              <a:defRPr sz="900"/>
            </a:lvl3pPr>
            <a:lvl4pPr indent="-228600" lvl="3" marL="1828800" algn="l">
              <a:lnSpc>
                <a:spcPct val="90000"/>
              </a:lnSpc>
              <a:spcBef>
                <a:spcPts val="375"/>
              </a:spcBef>
              <a:spcAft>
                <a:spcPts val="0"/>
              </a:spcAft>
              <a:buClr>
                <a:schemeClr val="dk1"/>
              </a:buClr>
              <a:buSzPts val="750"/>
              <a:buNone/>
              <a:defRPr sz="750"/>
            </a:lvl4pPr>
            <a:lvl5pPr indent="-228600" lvl="4" marL="2286000" algn="l">
              <a:lnSpc>
                <a:spcPct val="90000"/>
              </a:lnSpc>
              <a:spcBef>
                <a:spcPts val="375"/>
              </a:spcBef>
              <a:spcAft>
                <a:spcPts val="0"/>
              </a:spcAft>
              <a:buClr>
                <a:schemeClr val="dk1"/>
              </a:buClr>
              <a:buSzPts val="750"/>
              <a:buNone/>
              <a:defRPr sz="750"/>
            </a:lvl5pPr>
            <a:lvl6pPr indent="-228600" lvl="5" marL="2743200" algn="l">
              <a:lnSpc>
                <a:spcPct val="90000"/>
              </a:lnSpc>
              <a:spcBef>
                <a:spcPts val="375"/>
              </a:spcBef>
              <a:spcAft>
                <a:spcPts val="0"/>
              </a:spcAft>
              <a:buClr>
                <a:schemeClr val="dk1"/>
              </a:buClr>
              <a:buSzPts val="750"/>
              <a:buNone/>
              <a:defRPr sz="750"/>
            </a:lvl6pPr>
            <a:lvl7pPr indent="-228600" lvl="6" marL="3200400" algn="l">
              <a:lnSpc>
                <a:spcPct val="90000"/>
              </a:lnSpc>
              <a:spcBef>
                <a:spcPts val="375"/>
              </a:spcBef>
              <a:spcAft>
                <a:spcPts val="0"/>
              </a:spcAft>
              <a:buClr>
                <a:schemeClr val="dk1"/>
              </a:buClr>
              <a:buSzPts val="750"/>
              <a:buNone/>
              <a:defRPr sz="750"/>
            </a:lvl7pPr>
            <a:lvl8pPr indent="-228600" lvl="7" marL="3657600" algn="l">
              <a:lnSpc>
                <a:spcPct val="90000"/>
              </a:lnSpc>
              <a:spcBef>
                <a:spcPts val="375"/>
              </a:spcBef>
              <a:spcAft>
                <a:spcPts val="0"/>
              </a:spcAft>
              <a:buClr>
                <a:schemeClr val="dk1"/>
              </a:buClr>
              <a:buSzPts val="750"/>
              <a:buNone/>
              <a:defRPr sz="750"/>
            </a:lvl8pPr>
            <a:lvl9pPr indent="-228600" lvl="8" marL="4114800" algn="l">
              <a:lnSpc>
                <a:spcPct val="90000"/>
              </a:lnSpc>
              <a:spcBef>
                <a:spcPts val="375"/>
              </a:spcBef>
              <a:spcAft>
                <a:spcPts val="0"/>
              </a:spcAft>
              <a:buClr>
                <a:schemeClr val="dk1"/>
              </a:buClr>
              <a:buSzPts val="750"/>
              <a:buNone/>
              <a:defRPr sz="750"/>
            </a:lvl9pPr>
          </a:lstStyle>
          <a:p/>
        </p:txBody>
      </p:sp>
      <p:sp>
        <p:nvSpPr>
          <p:cNvPr id="70" name="Google Shape;70;p34"/>
          <p:cNvSpPr txBox="1"/>
          <p:nvPr>
            <p:ph idx="10" type="dt"/>
          </p:nvPr>
        </p:nvSpPr>
        <p:spPr>
          <a:xfrm>
            <a:off x="628650" y="4767263"/>
            <a:ext cx="2057400" cy="273844"/>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71" name="Google Shape;71;p34"/>
          <p:cNvSpPr txBox="1"/>
          <p:nvPr>
            <p:ph idx="11" type="ftr"/>
          </p:nvPr>
        </p:nvSpPr>
        <p:spPr>
          <a:xfrm>
            <a:off x="3028950" y="4767263"/>
            <a:ext cx="3086100" cy="27384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34"/>
          <p:cNvSpPr txBox="1"/>
          <p:nvPr>
            <p:ph idx="12" type="sldNum"/>
          </p:nvPr>
        </p:nvSpPr>
        <p:spPr>
          <a:xfrm>
            <a:off x="6457950" y="4767263"/>
            <a:ext cx="2057400" cy="273844"/>
          </a:xfrm>
          <a:prstGeom prst="rect">
            <a:avLst/>
          </a:prstGeom>
          <a:noFill/>
          <a:ln>
            <a:noFill/>
          </a:ln>
        </p:spPr>
        <p:txBody>
          <a:bodyPr anchorCtr="0" anchor="ctr" bIns="45700" lIns="91425" spcFirstLastPara="1" rIns="91425" wrap="square" tIns="45700">
            <a:noAutofit/>
          </a:bodyPr>
          <a:lstStyle>
            <a:lvl1pPr indent="0" lvl="0" marL="38100" algn="r">
              <a:lnSpc>
                <a:spcPct val="137777"/>
              </a:lnSpc>
              <a:spcBef>
                <a:spcPts val="0"/>
              </a:spcBef>
              <a:buNone/>
              <a:defRPr/>
            </a:lvl1pPr>
            <a:lvl2pPr indent="0" lvl="1" marL="38100" algn="r">
              <a:lnSpc>
                <a:spcPct val="137777"/>
              </a:lnSpc>
              <a:spcBef>
                <a:spcPts val="0"/>
              </a:spcBef>
              <a:buNone/>
              <a:defRPr/>
            </a:lvl2pPr>
            <a:lvl3pPr indent="0" lvl="2" marL="38100" algn="r">
              <a:lnSpc>
                <a:spcPct val="137777"/>
              </a:lnSpc>
              <a:spcBef>
                <a:spcPts val="0"/>
              </a:spcBef>
              <a:buNone/>
              <a:defRPr/>
            </a:lvl3pPr>
            <a:lvl4pPr indent="0" lvl="3" marL="38100" algn="r">
              <a:lnSpc>
                <a:spcPct val="137777"/>
              </a:lnSpc>
              <a:spcBef>
                <a:spcPts val="0"/>
              </a:spcBef>
              <a:buNone/>
              <a:defRPr/>
            </a:lvl4pPr>
            <a:lvl5pPr indent="0" lvl="4" marL="38100" algn="r">
              <a:lnSpc>
                <a:spcPct val="137777"/>
              </a:lnSpc>
              <a:spcBef>
                <a:spcPts val="0"/>
              </a:spcBef>
              <a:buNone/>
              <a:defRPr/>
            </a:lvl5pPr>
            <a:lvl6pPr indent="0" lvl="5" marL="38100" algn="r">
              <a:lnSpc>
                <a:spcPct val="137777"/>
              </a:lnSpc>
              <a:spcBef>
                <a:spcPts val="0"/>
              </a:spcBef>
              <a:buNone/>
              <a:defRPr/>
            </a:lvl6pPr>
            <a:lvl7pPr indent="0" lvl="6" marL="38100" algn="r">
              <a:lnSpc>
                <a:spcPct val="137777"/>
              </a:lnSpc>
              <a:spcBef>
                <a:spcPts val="0"/>
              </a:spcBef>
              <a:buNone/>
              <a:defRPr/>
            </a:lvl7pPr>
            <a:lvl8pPr indent="0" lvl="7" marL="38100" algn="r">
              <a:lnSpc>
                <a:spcPct val="137777"/>
              </a:lnSpc>
              <a:spcBef>
                <a:spcPts val="0"/>
              </a:spcBef>
              <a:buNone/>
              <a:defRPr/>
            </a:lvl8pPr>
            <a:lvl9pPr indent="0" lvl="8" marL="38100" algn="r">
              <a:lnSpc>
                <a:spcPct val="137777"/>
              </a:lnSpc>
              <a:spcBef>
                <a:spcPts val="0"/>
              </a:spcBef>
              <a:buNone/>
              <a:defRPr/>
            </a:lvl9pPr>
          </a:lstStyle>
          <a:p>
            <a:pPr indent="0" lvl="0" marL="3810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3" name="Shape 73"/>
        <p:cNvGrpSpPr/>
        <p:nvPr/>
      </p:nvGrpSpPr>
      <p:grpSpPr>
        <a:xfrm>
          <a:off x="0" y="0"/>
          <a:ext cx="0" cy="0"/>
          <a:chOff x="0" y="0"/>
          <a:chExt cx="0" cy="0"/>
        </a:xfrm>
      </p:grpSpPr>
      <p:sp>
        <p:nvSpPr>
          <p:cNvPr id="74" name="Google Shape;74;p35"/>
          <p:cNvSpPr txBox="1"/>
          <p:nvPr>
            <p:ph type="title"/>
          </p:nvPr>
        </p:nvSpPr>
        <p:spPr>
          <a:xfrm>
            <a:off x="628650" y="273844"/>
            <a:ext cx="7886700" cy="99417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5" name="Google Shape;75;p35"/>
          <p:cNvSpPr txBox="1"/>
          <p:nvPr>
            <p:ph idx="1" type="body"/>
          </p:nvPr>
        </p:nvSpPr>
        <p:spPr>
          <a:xfrm rot="5400000">
            <a:off x="2940248" y="-942379"/>
            <a:ext cx="3263504" cy="78867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76" name="Google Shape;76;p35"/>
          <p:cNvSpPr txBox="1"/>
          <p:nvPr>
            <p:ph idx="10" type="dt"/>
          </p:nvPr>
        </p:nvSpPr>
        <p:spPr>
          <a:xfrm>
            <a:off x="628650" y="4767263"/>
            <a:ext cx="2057400" cy="273844"/>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77" name="Google Shape;77;p35"/>
          <p:cNvSpPr txBox="1"/>
          <p:nvPr>
            <p:ph idx="11" type="ftr"/>
          </p:nvPr>
        </p:nvSpPr>
        <p:spPr>
          <a:xfrm>
            <a:off x="3028950" y="4767263"/>
            <a:ext cx="3086100" cy="27384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35"/>
          <p:cNvSpPr txBox="1"/>
          <p:nvPr>
            <p:ph idx="12" type="sldNum"/>
          </p:nvPr>
        </p:nvSpPr>
        <p:spPr>
          <a:xfrm>
            <a:off x="6457950" y="4767263"/>
            <a:ext cx="2057400" cy="273844"/>
          </a:xfrm>
          <a:prstGeom prst="rect">
            <a:avLst/>
          </a:prstGeom>
          <a:noFill/>
          <a:ln>
            <a:noFill/>
          </a:ln>
        </p:spPr>
        <p:txBody>
          <a:bodyPr anchorCtr="0" anchor="ctr" bIns="45700" lIns="91425" spcFirstLastPara="1" rIns="91425" wrap="square" tIns="45700">
            <a:noAutofit/>
          </a:bodyPr>
          <a:lstStyle>
            <a:lvl1pPr indent="0" lvl="0" marL="38100" algn="r">
              <a:lnSpc>
                <a:spcPct val="137777"/>
              </a:lnSpc>
              <a:spcBef>
                <a:spcPts val="0"/>
              </a:spcBef>
              <a:buNone/>
              <a:defRPr/>
            </a:lvl1pPr>
            <a:lvl2pPr indent="0" lvl="1" marL="38100" algn="r">
              <a:lnSpc>
                <a:spcPct val="137777"/>
              </a:lnSpc>
              <a:spcBef>
                <a:spcPts val="0"/>
              </a:spcBef>
              <a:buNone/>
              <a:defRPr/>
            </a:lvl2pPr>
            <a:lvl3pPr indent="0" lvl="2" marL="38100" algn="r">
              <a:lnSpc>
                <a:spcPct val="137777"/>
              </a:lnSpc>
              <a:spcBef>
                <a:spcPts val="0"/>
              </a:spcBef>
              <a:buNone/>
              <a:defRPr/>
            </a:lvl3pPr>
            <a:lvl4pPr indent="0" lvl="3" marL="38100" algn="r">
              <a:lnSpc>
                <a:spcPct val="137777"/>
              </a:lnSpc>
              <a:spcBef>
                <a:spcPts val="0"/>
              </a:spcBef>
              <a:buNone/>
              <a:defRPr/>
            </a:lvl4pPr>
            <a:lvl5pPr indent="0" lvl="4" marL="38100" algn="r">
              <a:lnSpc>
                <a:spcPct val="137777"/>
              </a:lnSpc>
              <a:spcBef>
                <a:spcPts val="0"/>
              </a:spcBef>
              <a:buNone/>
              <a:defRPr/>
            </a:lvl5pPr>
            <a:lvl6pPr indent="0" lvl="5" marL="38100" algn="r">
              <a:lnSpc>
                <a:spcPct val="137777"/>
              </a:lnSpc>
              <a:spcBef>
                <a:spcPts val="0"/>
              </a:spcBef>
              <a:buNone/>
              <a:defRPr/>
            </a:lvl6pPr>
            <a:lvl7pPr indent="0" lvl="6" marL="38100" algn="r">
              <a:lnSpc>
                <a:spcPct val="137777"/>
              </a:lnSpc>
              <a:spcBef>
                <a:spcPts val="0"/>
              </a:spcBef>
              <a:buNone/>
              <a:defRPr/>
            </a:lvl7pPr>
            <a:lvl8pPr indent="0" lvl="7" marL="38100" algn="r">
              <a:lnSpc>
                <a:spcPct val="137777"/>
              </a:lnSpc>
              <a:spcBef>
                <a:spcPts val="0"/>
              </a:spcBef>
              <a:buNone/>
              <a:defRPr/>
            </a:lvl8pPr>
            <a:lvl9pPr indent="0" lvl="8" marL="38100" algn="r">
              <a:lnSpc>
                <a:spcPct val="137777"/>
              </a:lnSpc>
              <a:spcBef>
                <a:spcPts val="0"/>
              </a:spcBef>
              <a:buNone/>
              <a:defRPr/>
            </a:lvl9pPr>
          </a:lstStyle>
          <a:p>
            <a:pPr indent="0" lvl="0" marL="3810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9" name="Shape 79"/>
        <p:cNvGrpSpPr/>
        <p:nvPr/>
      </p:nvGrpSpPr>
      <p:grpSpPr>
        <a:xfrm>
          <a:off x="0" y="0"/>
          <a:ext cx="0" cy="0"/>
          <a:chOff x="0" y="0"/>
          <a:chExt cx="0" cy="0"/>
        </a:xfrm>
      </p:grpSpPr>
      <p:sp>
        <p:nvSpPr>
          <p:cNvPr id="80" name="Google Shape;80;p36"/>
          <p:cNvSpPr txBox="1"/>
          <p:nvPr>
            <p:ph type="title"/>
          </p:nvPr>
        </p:nvSpPr>
        <p:spPr>
          <a:xfrm rot="5400000">
            <a:off x="5350073" y="1467446"/>
            <a:ext cx="4358879" cy="1971675"/>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1" name="Google Shape;81;p36"/>
          <p:cNvSpPr txBox="1"/>
          <p:nvPr>
            <p:ph idx="1" type="body"/>
          </p:nvPr>
        </p:nvSpPr>
        <p:spPr>
          <a:xfrm rot="5400000">
            <a:off x="1349573" y="-447079"/>
            <a:ext cx="4358879" cy="5800725"/>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82" name="Google Shape;82;p36"/>
          <p:cNvSpPr txBox="1"/>
          <p:nvPr>
            <p:ph idx="10" type="dt"/>
          </p:nvPr>
        </p:nvSpPr>
        <p:spPr>
          <a:xfrm>
            <a:off x="628650" y="4767263"/>
            <a:ext cx="2057400" cy="273844"/>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3" name="Google Shape;83;p36"/>
          <p:cNvSpPr txBox="1"/>
          <p:nvPr>
            <p:ph idx="11" type="ftr"/>
          </p:nvPr>
        </p:nvSpPr>
        <p:spPr>
          <a:xfrm>
            <a:off x="3028950" y="4767263"/>
            <a:ext cx="3086100" cy="27384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4" name="Google Shape;84;p36"/>
          <p:cNvSpPr txBox="1"/>
          <p:nvPr>
            <p:ph idx="12" type="sldNum"/>
          </p:nvPr>
        </p:nvSpPr>
        <p:spPr>
          <a:xfrm>
            <a:off x="6457950" y="4767263"/>
            <a:ext cx="2057400" cy="273844"/>
          </a:xfrm>
          <a:prstGeom prst="rect">
            <a:avLst/>
          </a:prstGeom>
          <a:noFill/>
          <a:ln>
            <a:noFill/>
          </a:ln>
        </p:spPr>
        <p:txBody>
          <a:bodyPr anchorCtr="0" anchor="ctr" bIns="45700" lIns="91425" spcFirstLastPara="1" rIns="91425" wrap="square" tIns="45700">
            <a:noAutofit/>
          </a:bodyPr>
          <a:lstStyle>
            <a:lvl1pPr indent="0" lvl="0" marL="38100" algn="r">
              <a:lnSpc>
                <a:spcPct val="137777"/>
              </a:lnSpc>
              <a:spcBef>
                <a:spcPts val="0"/>
              </a:spcBef>
              <a:buNone/>
              <a:defRPr/>
            </a:lvl1pPr>
            <a:lvl2pPr indent="0" lvl="1" marL="38100" algn="r">
              <a:lnSpc>
                <a:spcPct val="137777"/>
              </a:lnSpc>
              <a:spcBef>
                <a:spcPts val="0"/>
              </a:spcBef>
              <a:buNone/>
              <a:defRPr/>
            </a:lvl2pPr>
            <a:lvl3pPr indent="0" lvl="2" marL="38100" algn="r">
              <a:lnSpc>
                <a:spcPct val="137777"/>
              </a:lnSpc>
              <a:spcBef>
                <a:spcPts val="0"/>
              </a:spcBef>
              <a:buNone/>
              <a:defRPr/>
            </a:lvl3pPr>
            <a:lvl4pPr indent="0" lvl="3" marL="38100" algn="r">
              <a:lnSpc>
                <a:spcPct val="137777"/>
              </a:lnSpc>
              <a:spcBef>
                <a:spcPts val="0"/>
              </a:spcBef>
              <a:buNone/>
              <a:defRPr/>
            </a:lvl4pPr>
            <a:lvl5pPr indent="0" lvl="4" marL="38100" algn="r">
              <a:lnSpc>
                <a:spcPct val="137777"/>
              </a:lnSpc>
              <a:spcBef>
                <a:spcPts val="0"/>
              </a:spcBef>
              <a:buNone/>
              <a:defRPr/>
            </a:lvl5pPr>
            <a:lvl6pPr indent="0" lvl="5" marL="38100" algn="r">
              <a:lnSpc>
                <a:spcPct val="137777"/>
              </a:lnSpc>
              <a:spcBef>
                <a:spcPts val="0"/>
              </a:spcBef>
              <a:buNone/>
              <a:defRPr/>
            </a:lvl6pPr>
            <a:lvl7pPr indent="0" lvl="6" marL="38100" algn="r">
              <a:lnSpc>
                <a:spcPct val="137777"/>
              </a:lnSpc>
              <a:spcBef>
                <a:spcPts val="0"/>
              </a:spcBef>
              <a:buNone/>
              <a:defRPr/>
            </a:lvl7pPr>
            <a:lvl8pPr indent="0" lvl="7" marL="38100" algn="r">
              <a:lnSpc>
                <a:spcPct val="137777"/>
              </a:lnSpc>
              <a:spcBef>
                <a:spcPts val="0"/>
              </a:spcBef>
              <a:buNone/>
              <a:defRPr/>
            </a:lvl8pPr>
            <a:lvl9pPr indent="0" lvl="8" marL="38100" algn="r">
              <a:lnSpc>
                <a:spcPct val="137777"/>
              </a:lnSpc>
              <a:spcBef>
                <a:spcPts val="0"/>
              </a:spcBef>
              <a:buNone/>
              <a:defRPr/>
            </a:lvl9pPr>
          </a:lstStyle>
          <a:p>
            <a:pPr indent="0" lvl="0" marL="3810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9.xml"/><Relationship Id="rId10" Type="http://schemas.openxmlformats.org/officeDocument/2006/relationships/slideLayout" Target="../slideLayouts/slideLayout8.xml"/><Relationship Id="rId13" Type="http://schemas.openxmlformats.org/officeDocument/2006/relationships/slideLayout" Target="../slideLayouts/slideLayout11.xml"/><Relationship Id="rId12" Type="http://schemas.openxmlformats.org/officeDocument/2006/relationships/slideLayout" Target="../slideLayouts/slideLayout10.xml"/><Relationship Id="rId1" Type="http://schemas.openxmlformats.org/officeDocument/2006/relationships/image" Target="../media/image2.jpg"/><Relationship Id="rId2" Type="http://schemas.openxmlformats.org/officeDocument/2006/relationships/image" Target="../media/image1.png"/><Relationship Id="rId3" Type="http://schemas.openxmlformats.org/officeDocument/2006/relationships/slideLayout" Target="../slideLayouts/slideLayout1.xml"/><Relationship Id="rId4" Type="http://schemas.openxmlformats.org/officeDocument/2006/relationships/slideLayout" Target="../slideLayouts/slideLayout2.xml"/><Relationship Id="rId9" Type="http://schemas.openxmlformats.org/officeDocument/2006/relationships/slideLayout" Target="../slideLayouts/slideLayout7.xml"/><Relationship Id="rId14" Type="http://schemas.openxmlformats.org/officeDocument/2006/relationships/theme" Target="../theme/theme2.xml"/><Relationship Id="rId5" Type="http://schemas.openxmlformats.org/officeDocument/2006/relationships/slideLayout" Target="../slideLayouts/slideLayout3.xml"/><Relationship Id="rId6" Type="http://schemas.openxmlformats.org/officeDocument/2006/relationships/slideLayout" Target="../slideLayouts/slideLayout4.xml"/><Relationship Id="rId7" Type="http://schemas.openxmlformats.org/officeDocument/2006/relationships/slideLayout" Target="../slideLayouts/slideLayout5.xml"/><Relationship Id="rId8"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25"/>
          <p:cNvSpPr txBox="1"/>
          <p:nvPr>
            <p:ph type="title"/>
          </p:nvPr>
        </p:nvSpPr>
        <p:spPr>
          <a:xfrm>
            <a:off x="628650" y="273844"/>
            <a:ext cx="7886700" cy="994172"/>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3300"/>
              <a:buFont typeface="Calibri"/>
              <a:buNone/>
              <a:defRPr b="0" i="0" sz="33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25"/>
          <p:cNvSpPr txBox="1"/>
          <p:nvPr>
            <p:ph idx="1" type="body"/>
          </p:nvPr>
        </p:nvSpPr>
        <p:spPr>
          <a:xfrm>
            <a:off x="628650" y="1369219"/>
            <a:ext cx="7886700" cy="3263504"/>
          </a:xfrm>
          <a:prstGeom prst="rect">
            <a:avLst/>
          </a:prstGeom>
          <a:noFill/>
          <a:ln>
            <a:noFill/>
          </a:ln>
        </p:spPr>
        <p:txBody>
          <a:bodyPr anchorCtr="0" anchor="t" bIns="45700" lIns="91425" spcFirstLastPara="1" rIns="91425" wrap="square" tIns="45700">
            <a:normAutofit/>
          </a:bodyPr>
          <a:lstStyle>
            <a:lvl1pPr indent="-361950" lvl="0" marL="457200" marR="0" rtl="0" algn="l">
              <a:lnSpc>
                <a:spcPct val="90000"/>
              </a:lnSpc>
              <a:spcBef>
                <a:spcPts val="750"/>
              </a:spcBef>
              <a:spcAft>
                <a:spcPts val="0"/>
              </a:spcAft>
              <a:buClr>
                <a:schemeClr val="dk1"/>
              </a:buClr>
              <a:buSzPts val="2100"/>
              <a:buFont typeface="Arial"/>
              <a:buChar char="•"/>
              <a:defRPr b="0" i="0" sz="2100" u="none" cap="none" strike="noStrike">
                <a:solidFill>
                  <a:schemeClr val="dk1"/>
                </a:solidFill>
                <a:latin typeface="Calibri"/>
                <a:ea typeface="Calibri"/>
                <a:cs typeface="Calibri"/>
                <a:sym typeface="Calibri"/>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12" name="Google Shape;12;p25"/>
          <p:cNvSpPr txBox="1"/>
          <p:nvPr>
            <p:ph idx="11" type="ftr"/>
          </p:nvPr>
        </p:nvSpPr>
        <p:spPr>
          <a:xfrm>
            <a:off x="3028950" y="4767263"/>
            <a:ext cx="3086100" cy="273844"/>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9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25"/>
          <p:cNvSpPr txBox="1"/>
          <p:nvPr>
            <p:ph idx="12" type="sldNum"/>
          </p:nvPr>
        </p:nvSpPr>
        <p:spPr>
          <a:xfrm>
            <a:off x="6457950" y="4767263"/>
            <a:ext cx="2057400" cy="273844"/>
          </a:xfrm>
          <a:prstGeom prst="rect">
            <a:avLst/>
          </a:prstGeom>
          <a:noFill/>
          <a:ln>
            <a:noFill/>
          </a:ln>
        </p:spPr>
        <p:txBody>
          <a:bodyPr anchorCtr="0" anchor="ctr" bIns="45700" lIns="91425" spcFirstLastPara="1" rIns="91425" wrap="square" tIns="45700">
            <a:noAutofit/>
          </a:bodyPr>
          <a:lstStyle>
            <a:lvl1pPr indent="0" lvl="0" marL="38100" marR="0" rtl="0" algn="r">
              <a:lnSpc>
                <a:spcPct val="137777"/>
              </a:lnSpc>
              <a:spcBef>
                <a:spcPts val="0"/>
              </a:spcBef>
              <a:buNone/>
              <a:defRPr b="0" i="0" sz="900" u="none" cap="none" strike="noStrike">
                <a:solidFill>
                  <a:srgbClr val="888888"/>
                </a:solidFill>
                <a:latin typeface="Calibri"/>
                <a:ea typeface="Calibri"/>
                <a:cs typeface="Calibri"/>
                <a:sym typeface="Calibri"/>
              </a:defRPr>
            </a:lvl1pPr>
            <a:lvl2pPr indent="0" lvl="1" marL="38100" marR="0" rtl="0" algn="r">
              <a:lnSpc>
                <a:spcPct val="137777"/>
              </a:lnSpc>
              <a:spcBef>
                <a:spcPts val="0"/>
              </a:spcBef>
              <a:buNone/>
              <a:defRPr b="0" i="0" sz="900" u="none" cap="none" strike="noStrike">
                <a:solidFill>
                  <a:srgbClr val="888888"/>
                </a:solidFill>
                <a:latin typeface="Calibri"/>
                <a:ea typeface="Calibri"/>
                <a:cs typeface="Calibri"/>
                <a:sym typeface="Calibri"/>
              </a:defRPr>
            </a:lvl2pPr>
            <a:lvl3pPr indent="0" lvl="2" marL="38100" marR="0" rtl="0" algn="r">
              <a:lnSpc>
                <a:spcPct val="137777"/>
              </a:lnSpc>
              <a:spcBef>
                <a:spcPts val="0"/>
              </a:spcBef>
              <a:buNone/>
              <a:defRPr b="0" i="0" sz="900" u="none" cap="none" strike="noStrike">
                <a:solidFill>
                  <a:srgbClr val="888888"/>
                </a:solidFill>
                <a:latin typeface="Calibri"/>
                <a:ea typeface="Calibri"/>
                <a:cs typeface="Calibri"/>
                <a:sym typeface="Calibri"/>
              </a:defRPr>
            </a:lvl3pPr>
            <a:lvl4pPr indent="0" lvl="3" marL="38100" marR="0" rtl="0" algn="r">
              <a:lnSpc>
                <a:spcPct val="137777"/>
              </a:lnSpc>
              <a:spcBef>
                <a:spcPts val="0"/>
              </a:spcBef>
              <a:buNone/>
              <a:defRPr b="0" i="0" sz="900" u="none" cap="none" strike="noStrike">
                <a:solidFill>
                  <a:srgbClr val="888888"/>
                </a:solidFill>
                <a:latin typeface="Calibri"/>
                <a:ea typeface="Calibri"/>
                <a:cs typeface="Calibri"/>
                <a:sym typeface="Calibri"/>
              </a:defRPr>
            </a:lvl4pPr>
            <a:lvl5pPr indent="0" lvl="4" marL="38100" marR="0" rtl="0" algn="r">
              <a:lnSpc>
                <a:spcPct val="137777"/>
              </a:lnSpc>
              <a:spcBef>
                <a:spcPts val="0"/>
              </a:spcBef>
              <a:buNone/>
              <a:defRPr b="0" i="0" sz="900" u="none" cap="none" strike="noStrike">
                <a:solidFill>
                  <a:srgbClr val="888888"/>
                </a:solidFill>
                <a:latin typeface="Calibri"/>
                <a:ea typeface="Calibri"/>
                <a:cs typeface="Calibri"/>
                <a:sym typeface="Calibri"/>
              </a:defRPr>
            </a:lvl5pPr>
            <a:lvl6pPr indent="0" lvl="5" marL="38100" marR="0" rtl="0" algn="r">
              <a:lnSpc>
                <a:spcPct val="137777"/>
              </a:lnSpc>
              <a:spcBef>
                <a:spcPts val="0"/>
              </a:spcBef>
              <a:buNone/>
              <a:defRPr b="0" i="0" sz="900" u="none" cap="none" strike="noStrike">
                <a:solidFill>
                  <a:srgbClr val="888888"/>
                </a:solidFill>
                <a:latin typeface="Calibri"/>
                <a:ea typeface="Calibri"/>
                <a:cs typeface="Calibri"/>
                <a:sym typeface="Calibri"/>
              </a:defRPr>
            </a:lvl6pPr>
            <a:lvl7pPr indent="0" lvl="6" marL="38100" marR="0" rtl="0" algn="r">
              <a:lnSpc>
                <a:spcPct val="137777"/>
              </a:lnSpc>
              <a:spcBef>
                <a:spcPts val="0"/>
              </a:spcBef>
              <a:buNone/>
              <a:defRPr b="0" i="0" sz="900" u="none" cap="none" strike="noStrike">
                <a:solidFill>
                  <a:srgbClr val="888888"/>
                </a:solidFill>
                <a:latin typeface="Calibri"/>
                <a:ea typeface="Calibri"/>
                <a:cs typeface="Calibri"/>
                <a:sym typeface="Calibri"/>
              </a:defRPr>
            </a:lvl7pPr>
            <a:lvl8pPr indent="0" lvl="7" marL="38100" marR="0" rtl="0" algn="r">
              <a:lnSpc>
                <a:spcPct val="137777"/>
              </a:lnSpc>
              <a:spcBef>
                <a:spcPts val="0"/>
              </a:spcBef>
              <a:buNone/>
              <a:defRPr b="0" i="0" sz="900" u="none" cap="none" strike="noStrike">
                <a:solidFill>
                  <a:srgbClr val="888888"/>
                </a:solidFill>
                <a:latin typeface="Calibri"/>
                <a:ea typeface="Calibri"/>
                <a:cs typeface="Calibri"/>
                <a:sym typeface="Calibri"/>
              </a:defRPr>
            </a:lvl8pPr>
            <a:lvl9pPr indent="0" lvl="8" marL="38100" marR="0" rtl="0" algn="r">
              <a:lnSpc>
                <a:spcPct val="137777"/>
              </a:lnSpc>
              <a:spcBef>
                <a:spcPts val="0"/>
              </a:spcBef>
              <a:buNone/>
              <a:defRPr b="0" i="0" sz="900" u="none" cap="none" strike="noStrike">
                <a:solidFill>
                  <a:srgbClr val="888888"/>
                </a:solidFill>
                <a:latin typeface="Calibri"/>
                <a:ea typeface="Calibri"/>
                <a:cs typeface="Calibri"/>
                <a:sym typeface="Calibri"/>
              </a:defRPr>
            </a:lvl9pPr>
          </a:lstStyle>
          <a:p>
            <a:pPr indent="0" lvl="0" marL="38100" rtl="0" algn="r">
              <a:spcBef>
                <a:spcPts val="0"/>
              </a:spcBef>
              <a:spcAft>
                <a:spcPts val="0"/>
              </a:spcAft>
              <a:buNone/>
            </a:pPr>
            <a:r>
              <a:rPr lang="en-US"/>
              <a:t>12</a:t>
            </a:r>
            <a:endParaRPr sz="1400">
              <a:solidFill>
                <a:srgbClr val="000000"/>
              </a:solidFill>
              <a:latin typeface="Arial"/>
              <a:ea typeface="Arial"/>
              <a:cs typeface="Arial"/>
              <a:sym typeface="Arial"/>
            </a:endParaRPr>
          </a:p>
        </p:txBody>
      </p:sp>
      <p:pic>
        <p:nvPicPr>
          <p:cNvPr id="14" name="Google Shape;14;p25"/>
          <p:cNvPicPr preferRelativeResize="0"/>
          <p:nvPr/>
        </p:nvPicPr>
        <p:blipFill rotWithShape="1">
          <a:blip r:embed="rId1">
            <a:alphaModFix/>
          </a:blip>
          <a:srcRect b="0" l="0" r="0" t="0"/>
          <a:stretch/>
        </p:blipFill>
        <p:spPr>
          <a:xfrm>
            <a:off x="112575" y="70037"/>
            <a:ext cx="2564258" cy="718788"/>
          </a:xfrm>
          <a:prstGeom prst="rect">
            <a:avLst/>
          </a:prstGeom>
          <a:noFill/>
          <a:ln>
            <a:noFill/>
          </a:ln>
        </p:spPr>
      </p:pic>
      <p:pic>
        <p:nvPicPr>
          <p:cNvPr id="15" name="Google Shape;15;p25"/>
          <p:cNvPicPr preferRelativeResize="0"/>
          <p:nvPr/>
        </p:nvPicPr>
        <p:blipFill rotWithShape="1">
          <a:blip r:embed="rId2">
            <a:alphaModFix/>
          </a:blip>
          <a:srcRect b="0" l="0" r="0" t="0"/>
          <a:stretch/>
        </p:blipFill>
        <p:spPr>
          <a:xfrm>
            <a:off x="7290715" y="72947"/>
            <a:ext cx="1782539" cy="530631"/>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jpg"/><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2.jpg"/><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2.jpg"/><Relationship Id="rId4"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2.jpg"/><Relationship Id="rId4"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2.jpg"/><Relationship Id="rId4"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2.jpg"/><Relationship Id="rId4"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2.jpg"/><Relationship Id="rId4"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2.jpg"/><Relationship Id="rId4" Type="http://schemas.openxmlformats.org/officeDocument/2006/relationships/image" Target="../media/image1.png"/><Relationship Id="rId5"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0.jpg"/><Relationship Id="rId4" Type="http://schemas.openxmlformats.org/officeDocument/2006/relationships/hyperlink" Target="http://www.smallbiztechnology.com/archive/2011/09/wait-what-is-cloud-computing.html"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6.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11.png"/><Relationship Id="rId4" Type="http://schemas.openxmlformats.org/officeDocument/2006/relationships/image" Target="../media/image9.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8.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2.jpg"/><Relationship Id="rId4" Type="http://schemas.openxmlformats.org/officeDocument/2006/relationships/image" Target="../media/image1.png"/></Relationships>
</file>

<file path=ppt/slides/_rels/slide23.xml.rels><?xml version="1.0" encoding="UTF-8" standalone="yes"?><Relationships xmlns="http://schemas.openxmlformats.org/package/2006/relationships"><Relationship Id="rId10" Type="http://schemas.openxmlformats.org/officeDocument/2006/relationships/image" Target="../media/image1.png"/><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hyperlink" Target="https://archive.org/details/cloudcomputingbi0000sosi" TargetMode="External"/><Relationship Id="rId4" Type="http://schemas.openxmlformats.org/officeDocument/2006/relationships/hyperlink" Target="https://www.youtube.com/@cloudcomputing351/videos" TargetMode="External"/><Relationship Id="rId9" Type="http://schemas.openxmlformats.org/officeDocument/2006/relationships/image" Target="../media/image2.jpg"/><Relationship Id="rId5" Type="http://schemas.openxmlformats.org/officeDocument/2006/relationships/hyperlink" Target="https://www.geeksforgeeks.org/cloud-computing/" TargetMode="External"/><Relationship Id="rId6" Type="http://schemas.openxmlformats.org/officeDocument/2006/relationships/hyperlink" Target="https://www.tutorialspoint.com/cloud_computing/index.htm" TargetMode="External"/><Relationship Id="rId7" Type="http://schemas.openxmlformats.org/officeDocument/2006/relationships/hyperlink" Target="https://nptel.ac.in/courses/106105167" TargetMode="External"/><Relationship Id="rId8" Type="http://schemas.openxmlformats.org/officeDocument/2006/relationships/hyperlink" Target="https://www.edx.org/learn/cloud-computing"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2.jpg"/><Relationship Id="rId4"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1"/>
          <p:cNvSpPr txBox="1"/>
          <p:nvPr/>
        </p:nvSpPr>
        <p:spPr>
          <a:xfrm>
            <a:off x="6572250" y="4881563"/>
            <a:ext cx="2057400" cy="273844"/>
          </a:xfrm>
          <a:prstGeom prst="rect">
            <a:avLst/>
          </a:prstGeom>
          <a:noFill/>
          <a:ln>
            <a:noFill/>
          </a:ln>
        </p:spPr>
        <p:txBody>
          <a:bodyPr anchorCtr="0" anchor="ctr" bIns="34275" lIns="68575" spcFirstLastPara="1" rIns="68575" wrap="square" tIns="34275">
            <a:noAutofit/>
          </a:bodyPr>
          <a:lstStyle/>
          <a:p>
            <a:pPr indent="0" lvl="0" marL="0" marR="0" rtl="0" algn="r">
              <a:spcBef>
                <a:spcPts val="0"/>
              </a:spcBef>
              <a:spcAft>
                <a:spcPts val="0"/>
              </a:spcAft>
              <a:buNone/>
            </a:pPr>
            <a:r>
              <a:t/>
            </a:r>
            <a:endParaRPr b="0" i="0" sz="900" u="none" cap="none" strike="noStrike">
              <a:solidFill>
                <a:srgbClr val="888888"/>
              </a:solidFill>
              <a:latin typeface="Calibri"/>
              <a:ea typeface="Calibri"/>
              <a:cs typeface="Calibri"/>
              <a:sym typeface="Calibri"/>
            </a:endParaRPr>
          </a:p>
        </p:txBody>
      </p:sp>
      <p:sp>
        <p:nvSpPr>
          <p:cNvPr id="90" name="Google Shape;90;p1"/>
          <p:cNvSpPr/>
          <p:nvPr/>
        </p:nvSpPr>
        <p:spPr>
          <a:xfrm flipH="1" rot="10800000">
            <a:off x="7130143" y="4454910"/>
            <a:ext cx="968829" cy="868205"/>
          </a:xfrm>
          <a:prstGeom prst="rtTriangle">
            <a:avLst/>
          </a:prstGeom>
          <a:solidFill>
            <a:srgbClr val="F2F2F2">
              <a:alpha val="16862"/>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350" u="none" cap="none" strike="noStrike">
              <a:solidFill>
                <a:srgbClr val="FFFFFF"/>
              </a:solidFill>
              <a:latin typeface="Calibri"/>
              <a:ea typeface="Calibri"/>
              <a:cs typeface="Calibri"/>
              <a:sym typeface="Calibri"/>
            </a:endParaRPr>
          </a:p>
        </p:txBody>
      </p:sp>
      <p:sp>
        <p:nvSpPr>
          <p:cNvPr id="91" name="Google Shape;91;p1"/>
          <p:cNvSpPr/>
          <p:nvPr/>
        </p:nvSpPr>
        <p:spPr>
          <a:xfrm>
            <a:off x="1593056" y="1519144"/>
            <a:ext cx="5122069" cy="1185509"/>
          </a:xfrm>
          <a:prstGeom prst="rect">
            <a:avLst/>
          </a:prstGeom>
          <a:gradFill>
            <a:gsLst>
              <a:gs pos="0">
                <a:srgbClr val="FFFFFF">
                  <a:alpha val="0"/>
                </a:srgbClr>
              </a:gs>
              <a:gs pos="2655">
                <a:srgbClr val="FFFFFF">
                  <a:alpha val="0"/>
                </a:srgbClr>
              </a:gs>
              <a:gs pos="15000">
                <a:srgbClr val="FFFFFF">
                  <a:alpha val="33725"/>
                </a:srgbClr>
              </a:gs>
              <a:gs pos="51000">
                <a:schemeClr val="lt1"/>
              </a:gs>
              <a:gs pos="94000">
                <a:srgbClr val="FFFFFF">
                  <a:alpha val="33725"/>
                </a:srgbClr>
              </a:gs>
              <a:gs pos="100000">
                <a:srgbClr val="FFFFFF">
                  <a:alpha val="0"/>
                </a:srgbClr>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350" u="none" cap="none" strike="noStrike">
              <a:solidFill>
                <a:schemeClr val="lt1"/>
              </a:solidFill>
              <a:latin typeface="Calibri"/>
              <a:ea typeface="Calibri"/>
              <a:cs typeface="Calibri"/>
              <a:sym typeface="Calibri"/>
            </a:endParaRPr>
          </a:p>
        </p:txBody>
      </p:sp>
      <p:sp>
        <p:nvSpPr>
          <p:cNvPr id="92" name="Google Shape;92;p1"/>
          <p:cNvSpPr txBox="1"/>
          <p:nvPr/>
        </p:nvSpPr>
        <p:spPr>
          <a:xfrm>
            <a:off x="891849" y="1238027"/>
            <a:ext cx="7286624" cy="1200329"/>
          </a:xfrm>
          <a:prstGeom prst="rect">
            <a:avLst/>
          </a:prstGeom>
          <a:noFill/>
          <a:ln>
            <a:noFill/>
          </a:ln>
        </p:spPr>
        <p:txBody>
          <a:bodyPr anchorCtr="0" anchor="t" bIns="45700" lIns="91425" spcFirstLastPara="1" rIns="91425" wrap="square" tIns="45700">
            <a:spAutoFit/>
          </a:bodyPr>
          <a:lstStyle/>
          <a:p>
            <a:pPr indent="0" lvl="0" marL="0" marR="0" rtl="0" algn="ctr">
              <a:lnSpc>
                <a:spcPct val="90000"/>
              </a:lnSpc>
              <a:spcBef>
                <a:spcPts val="0"/>
              </a:spcBef>
              <a:spcAft>
                <a:spcPts val="0"/>
              </a:spcAft>
              <a:buNone/>
            </a:pPr>
            <a:r>
              <a:t/>
            </a:r>
            <a:endParaRPr b="1" i="0" sz="2400" u="none" cap="none" strike="noStrike">
              <a:solidFill>
                <a:srgbClr val="262626"/>
              </a:solidFill>
              <a:latin typeface="Calibri"/>
              <a:ea typeface="Calibri"/>
              <a:cs typeface="Calibri"/>
              <a:sym typeface="Calibri"/>
            </a:endParaRPr>
          </a:p>
          <a:p>
            <a:pPr indent="0" lvl="0" marL="0" marR="0" rtl="0" algn="ctr">
              <a:lnSpc>
                <a:spcPct val="90000"/>
              </a:lnSpc>
              <a:spcBef>
                <a:spcPts val="840"/>
              </a:spcBef>
              <a:spcAft>
                <a:spcPts val="0"/>
              </a:spcAft>
              <a:buNone/>
            </a:pPr>
            <a:r>
              <a:rPr b="1" i="0" lang="en-US" sz="2400" u="none" cap="none" strike="noStrike">
                <a:solidFill>
                  <a:srgbClr val="262626"/>
                </a:solidFill>
                <a:latin typeface="Calibri"/>
                <a:ea typeface="Calibri"/>
                <a:cs typeface="Calibri"/>
                <a:sym typeface="Calibri"/>
              </a:rPr>
              <a:t> </a:t>
            </a:r>
            <a:endParaRPr/>
          </a:p>
          <a:p>
            <a:pPr indent="0" lvl="0" marL="0" marR="0" rtl="0" algn="l">
              <a:spcBef>
                <a:spcPts val="840"/>
              </a:spcBef>
              <a:spcAft>
                <a:spcPts val="0"/>
              </a:spcAft>
              <a:buNone/>
            </a:pPr>
            <a:r>
              <a:t/>
            </a:r>
            <a:endParaRPr b="0" i="0" sz="1200" u="none" cap="none" strike="noStrike">
              <a:solidFill>
                <a:schemeClr val="dk1"/>
              </a:solidFill>
              <a:latin typeface="Calibri"/>
              <a:ea typeface="Calibri"/>
              <a:cs typeface="Calibri"/>
              <a:sym typeface="Calibri"/>
            </a:endParaRPr>
          </a:p>
        </p:txBody>
      </p:sp>
      <p:sp>
        <p:nvSpPr>
          <p:cNvPr id="93" name="Google Shape;93;p1"/>
          <p:cNvSpPr txBox="1"/>
          <p:nvPr/>
        </p:nvSpPr>
        <p:spPr>
          <a:xfrm>
            <a:off x="6749124" y="3774566"/>
            <a:ext cx="2191305" cy="948645"/>
          </a:xfrm>
          <a:prstGeom prst="rect">
            <a:avLst/>
          </a:prstGeom>
          <a:noFill/>
          <a:ln>
            <a:noFill/>
          </a:ln>
        </p:spPr>
        <p:txBody>
          <a:bodyPr anchorCtr="0" anchor="t" bIns="34275" lIns="68575" spcFirstLastPara="1" rIns="68575" wrap="square" tIns="34275">
            <a:normAutofit/>
          </a:bodyPr>
          <a:lstStyle/>
          <a:p>
            <a:pPr indent="0" lvl="0" marL="0" marR="0" rtl="0" algn="l">
              <a:spcBef>
                <a:spcPts val="0"/>
              </a:spcBef>
              <a:spcAft>
                <a:spcPts val="0"/>
              </a:spcAft>
              <a:buNone/>
            </a:pPr>
            <a:r>
              <a:rPr b="1" i="0" lang="en-US" sz="1050" u="none" cap="none" strike="noStrike">
                <a:solidFill>
                  <a:schemeClr val="dk1"/>
                </a:solidFill>
                <a:latin typeface="Calibri"/>
                <a:ea typeface="Calibri"/>
                <a:cs typeface="Calibri"/>
                <a:sym typeface="Calibri"/>
              </a:rPr>
              <a:t> </a:t>
            </a:r>
            <a:endParaRPr sz="1050">
              <a:solidFill>
                <a:schemeClr val="dk1"/>
              </a:solidFill>
              <a:latin typeface="Calibri"/>
              <a:ea typeface="Calibri"/>
              <a:cs typeface="Calibri"/>
              <a:sym typeface="Calibri"/>
            </a:endParaRPr>
          </a:p>
          <a:p>
            <a:pPr indent="0" lvl="0" marL="0" marR="0" rtl="0" algn="ctr">
              <a:spcBef>
                <a:spcPts val="210"/>
              </a:spcBef>
              <a:spcAft>
                <a:spcPts val="0"/>
              </a:spcAft>
              <a:buNone/>
            </a:pPr>
            <a:r>
              <a:t/>
            </a:r>
            <a:endParaRPr b="1" sz="1050">
              <a:solidFill>
                <a:schemeClr val="dk1"/>
              </a:solidFill>
              <a:latin typeface="Calibri"/>
              <a:ea typeface="Calibri"/>
              <a:cs typeface="Calibri"/>
              <a:sym typeface="Calibri"/>
            </a:endParaRPr>
          </a:p>
        </p:txBody>
      </p:sp>
      <p:sp>
        <p:nvSpPr>
          <p:cNvPr id="94" name="Google Shape;94;p1"/>
          <p:cNvSpPr txBox="1"/>
          <p:nvPr>
            <p:ph idx="1" type="body"/>
          </p:nvPr>
        </p:nvSpPr>
        <p:spPr>
          <a:xfrm>
            <a:off x="320374" y="1136326"/>
            <a:ext cx="8504921" cy="3516637"/>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chemeClr val="dk1"/>
              </a:buClr>
              <a:buSzPts val="2700"/>
              <a:buNone/>
            </a:pPr>
            <a:r>
              <a:rPr b="1" lang="en-US" sz="2700"/>
              <a:t>Chandigarh School of Business, Jhanjeri</a:t>
            </a:r>
            <a:endParaRPr/>
          </a:p>
          <a:p>
            <a:pPr indent="0" lvl="0" marL="0" rtl="0" algn="ctr">
              <a:lnSpc>
                <a:spcPct val="90000"/>
              </a:lnSpc>
              <a:spcBef>
                <a:spcPts val="750"/>
              </a:spcBef>
              <a:spcAft>
                <a:spcPts val="0"/>
              </a:spcAft>
              <a:buClr>
                <a:schemeClr val="dk1"/>
              </a:buClr>
              <a:buSzPts val="2100"/>
              <a:buNone/>
            </a:pPr>
            <a:r>
              <a:rPr b="1" lang="en-US"/>
              <a:t>Department of Computer Application </a:t>
            </a:r>
            <a:endParaRPr/>
          </a:p>
          <a:p>
            <a:pPr indent="0" lvl="0" marL="0" rtl="0" algn="ctr">
              <a:lnSpc>
                <a:spcPct val="90000"/>
              </a:lnSpc>
              <a:spcBef>
                <a:spcPts val="750"/>
              </a:spcBef>
              <a:spcAft>
                <a:spcPts val="0"/>
              </a:spcAft>
              <a:buClr>
                <a:schemeClr val="dk1"/>
              </a:buClr>
              <a:buSzPts val="1800"/>
              <a:buNone/>
            </a:pPr>
            <a:r>
              <a:rPr b="1" lang="en-US" sz="1800"/>
              <a:t>Program Code: NA</a:t>
            </a:r>
            <a:endParaRPr/>
          </a:p>
          <a:p>
            <a:pPr indent="0" lvl="0" marL="0" rtl="0" algn="ctr">
              <a:lnSpc>
                <a:spcPct val="90000"/>
              </a:lnSpc>
              <a:spcBef>
                <a:spcPts val="750"/>
              </a:spcBef>
              <a:spcAft>
                <a:spcPts val="0"/>
              </a:spcAft>
              <a:buClr>
                <a:schemeClr val="dk1"/>
              </a:buClr>
              <a:buSzPts val="1800"/>
              <a:buNone/>
            </a:pPr>
            <a:r>
              <a:rPr b="1" lang="en-US" sz="1800"/>
              <a:t>Program Name: MCA</a:t>
            </a:r>
            <a:endParaRPr/>
          </a:p>
          <a:p>
            <a:pPr indent="0" lvl="0" marL="0" rtl="0" algn="ctr">
              <a:lnSpc>
                <a:spcPct val="90000"/>
              </a:lnSpc>
              <a:spcBef>
                <a:spcPts val="750"/>
              </a:spcBef>
              <a:spcAft>
                <a:spcPts val="0"/>
              </a:spcAft>
              <a:buClr>
                <a:schemeClr val="dk1"/>
              </a:buClr>
              <a:buSzPts val="1800"/>
              <a:buNone/>
            </a:pPr>
            <a:r>
              <a:rPr b="1" lang="en-US" sz="1800"/>
              <a:t>Course Code: </a:t>
            </a:r>
            <a:r>
              <a:rPr b="1" i="0" lang="en-US" sz="1800" u="none" strike="noStrike">
                <a:solidFill>
                  <a:srgbClr val="000000"/>
                </a:solidFill>
              </a:rPr>
              <a:t>PGCA1937</a:t>
            </a:r>
            <a:r>
              <a:rPr b="1" i="0" lang="en-US" sz="1800" u="none" strike="noStrike">
                <a:solidFill>
                  <a:srgbClr val="000000"/>
                </a:solidFill>
                <a:latin typeface="Times New Roman"/>
                <a:ea typeface="Times New Roman"/>
                <a:cs typeface="Times New Roman"/>
                <a:sym typeface="Times New Roman"/>
              </a:rPr>
              <a:t> </a:t>
            </a:r>
            <a:r>
              <a:rPr b="1" lang="en-US" sz="1800">
                <a:solidFill>
                  <a:srgbClr val="000000"/>
                </a:solidFill>
              </a:rPr>
              <a:t> </a:t>
            </a:r>
            <a:endParaRPr b="1" sz="1800"/>
          </a:p>
          <a:p>
            <a:pPr indent="0" lvl="0" marL="0" rtl="0" algn="ctr">
              <a:lnSpc>
                <a:spcPct val="90000"/>
              </a:lnSpc>
              <a:spcBef>
                <a:spcPts val="750"/>
              </a:spcBef>
              <a:spcAft>
                <a:spcPts val="0"/>
              </a:spcAft>
              <a:buClr>
                <a:schemeClr val="dk1"/>
              </a:buClr>
              <a:buSzPts val="1800"/>
              <a:buNone/>
            </a:pPr>
            <a:r>
              <a:rPr b="1" lang="en-US" sz="1800"/>
              <a:t>Course Name: </a:t>
            </a:r>
            <a:r>
              <a:rPr b="1" i="0" lang="en-US" sz="1800" u="none" strike="noStrike">
                <a:solidFill>
                  <a:srgbClr val="000000"/>
                </a:solidFill>
              </a:rPr>
              <a:t>Cloud Computing </a:t>
            </a:r>
            <a:endParaRPr b="1" sz="1800"/>
          </a:p>
          <a:p>
            <a:pPr indent="0" lvl="0" marL="0" rtl="0" algn="ctr">
              <a:lnSpc>
                <a:spcPct val="90000"/>
              </a:lnSpc>
              <a:spcBef>
                <a:spcPts val="750"/>
              </a:spcBef>
              <a:spcAft>
                <a:spcPts val="0"/>
              </a:spcAft>
              <a:buClr>
                <a:schemeClr val="dk1"/>
              </a:buClr>
              <a:buSzPts val="1500"/>
              <a:buNone/>
            </a:pPr>
            <a:r>
              <a:t/>
            </a:r>
            <a:endParaRPr b="1" sz="1500"/>
          </a:p>
          <a:p>
            <a:pPr indent="0" lvl="0" marL="0" rtl="0" algn="ctr">
              <a:lnSpc>
                <a:spcPct val="90000"/>
              </a:lnSpc>
              <a:spcBef>
                <a:spcPts val="750"/>
              </a:spcBef>
              <a:spcAft>
                <a:spcPts val="0"/>
              </a:spcAft>
              <a:buClr>
                <a:schemeClr val="dk1"/>
              </a:buClr>
              <a:buSzPts val="1500"/>
              <a:buNone/>
            </a:pPr>
            <a:r>
              <a:t/>
            </a:r>
            <a:endParaRPr b="1" sz="1500"/>
          </a:p>
          <a:p>
            <a:pPr indent="0" lvl="0" marL="0" rtl="0" algn="ctr">
              <a:lnSpc>
                <a:spcPct val="90000"/>
              </a:lnSpc>
              <a:spcBef>
                <a:spcPts val="750"/>
              </a:spcBef>
              <a:spcAft>
                <a:spcPts val="0"/>
              </a:spcAft>
              <a:buClr>
                <a:schemeClr val="dk1"/>
              </a:buClr>
              <a:buSzPts val="1500"/>
              <a:buNone/>
            </a:pPr>
            <a:r>
              <a:rPr b="1" lang="en-US" sz="1500"/>
              <a:t>Prepared by: Dr. Gurvir Kaur</a:t>
            </a:r>
            <a:endParaRPr b="1" sz="1500"/>
          </a:p>
          <a:p>
            <a:pPr indent="0" lvl="0" marL="0" rtl="0" algn="r">
              <a:lnSpc>
                <a:spcPct val="90000"/>
              </a:lnSpc>
              <a:spcBef>
                <a:spcPts val="750"/>
              </a:spcBef>
              <a:spcAft>
                <a:spcPts val="0"/>
              </a:spcAft>
              <a:buClr>
                <a:schemeClr val="dk1"/>
              </a:buClr>
              <a:buSzPts val="1500"/>
              <a:buNone/>
            </a:pPr>
            <a:r>
              <a:t/>
            </a:r>
            <a:endParaRPr b="1" sz="1500"/>
          </a:p>
        </p:txBody>
      </p:sp>
      <p:sp>
        <p:nvSpPr>
          <p:cNvPr id="95" name="Google Shape;95;p1"/>
          <p:cNvSpPr txBox="1"/>
          <p:nvPr>
            <p:ph idx="11" type="ftr"/>
          </p:nvPr>
        </p:nvSpPr>
        <p:spPr>
          <a:xfrm>
            <a:off x="3028950" y="4767263"/>
            <a:ext cx="3086100" cy="273844"/>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Department of Computer Application </a:t>
            </a:r>
            <a:endParaRPr/>
          </a:p>
        </p:txBody>
      </p:sp>
      <p:sp>
        <p:nvSpPr>
          <p:cNvPr id="96" name="Google Shape;96;p1"/>
          <p:cNvSpPr txBox="1"/>
          <p:nvPr>
            <p:ph idx="12" type="sldNum"/>
          </p:nvPr>
        </p:nvSpPr>
        <p:spPr>
          <a:xfrm>
            <a:off x="6457950" y="4767263"/>
            <a:ext cx="2057400" cy="273844"/>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97" name="Google Shape;97;p1"/>
          <p:cNvPicPr preferRelativeResize="0"/>
          <p:nvPr/>
        </p:nvPicPr>
        <p:blipFill rotWithShape="1">
          <a:blip r:embed="rId3">
            <a:alphaModFix/>
          </a:blip>
          <a:srcRect b="0" l="0" r="0" t="0"/>
          <a:stretch/>
        </p:blipFill>
        <p:spPr>
          <a:xfrm>
            <a:off x="112575" y="70037"/>
            <a:ext cx="2564258" cy="718788"/>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2"/>
          <p:cNvSpPr txBox="1"/>
          <p:nvPr>
            <p:ph type="title"/>
          </p:nvPr>
        </p:nvSpPr>
        <p:spPr>
          <a:xfrm>
            <a:off x="2757197" y="102395"/>
            <a:ext cx="3491204" cy="530631"/>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2400"/>
              <a:buFont typeface="Calibri"/>
              <a:buNone/>
            </a:pPr>
            <a:r>
              <a:rPr b="1" lang="en-US" sz="2400">
                <a:latin typeface="Calibri"/>
                <a:ea typeface="Calibri"/>
                <a:cs typeface="Calibri"/>
                <a:sym typeface="Calibri"/>
              </a:rPr>
              <a:t>Outlines</a:t>
            </a:r>
            <a:endParaRPr sz="2400"/>
          </a:p>
        </p:txBody>
      </p:sp>
      <p:sp>
        <p:nvSpPr>
          <p:cNvPr id="103" name="Google Shape;103;p2"/>
          <p:cNvSpPr txBox="1"/>
          <p:nvPr>
            <p:ph idx="1" type="body"/>
          </p:nvPr>
        </p:nvSpPr>
        <p:spPr>
          <a:xfrm>
            <a:off x="628650" y="1369219"/>
            <a:ext cx="7886700" cy="3263504"/>
          </a:xfrm>
          <a:prstGeom prst="rect">
            <a:avLst/>
          </a:prstGeom>
          <a:noFill/>
          <a:ln>
            <a:noFill/>
          </a:ln>
        </p:spPr>
        <p:txBody>
          <a:bodyPr anchorCtr="0" anchor="t" bIns="45700" lIns="91425" spcFirstLastPara="1" rIns="91425" wrap="square" tIns="45700">
            <a:normAutofit/>
          </a:bodyPr>
          <a:lstStyle/>
          <a:p>
            <a:pPr indent="-171450" lvl="0" marL="171450" rtl="0" algn="l">
              <a:lnSpc>
                <a:spcPct val="90000"/>
              </a:lnSpc>
              <a:spcBef>
                <a:spcPts val="0"/>
              </a:spcBef>
              <a:spcAft>
                <a:spcPts val="0"/>
              </a:spcAft>
              <a:buClr>
                <a:schemeClr val="dk1"/>
              </a:buClr>
              <a:buSzPts val="1800"/>
              <a:buChar char="•"/>
            </a:pPr>
            <a:r>
              <a:rPr b="1" lang="en-US" sz="1800"/>
              <a:t>PTU Syllabus of Unit-I</a:t>
            </a:r>
            <a:endParaRPr/>
          </a:p>
          <a:p>
            <a:pPr indent="-171450" lvl="0" marL="171450" rtl="0" algn="l">
              <a:lnSpc>
                <a:spcPct val="90000"/>
              </a:lnSpc>
              <a:spcBef>
                <a:spcPts val="750"/>
              </a:spcBef>
              <a:spcAft>
                <a:spcPts val="0"/>
              </a:spcAft>
              <a:buClr>
                <a:schemeClr val="dk1"/>
              </a:buClr>
              <a:buSzPts val="1800"/>
              <a:buChar char="•"/>
            </a:pPr>
            <a:r>
              <a:rPr b="1" lang="en-US" sz="1800"/>
              <a:t>CO’s Introduction</a:t>
            </a:r>
            <a:endParaRPr/>
          </a:p>
          <a:p>
            <a:pPr indent="-171450" lvl="0" marL="171450" rtl="0" algn="l">
              <a:lnSpc>
                <a:spcPct val="90000"/>
              </a:lnSpc>
              <a:spcBef>
                <a:spcPts val="750"/>
              </a:spcBef>
              <a:spcAft>
                <a:spcPts val="0"/>
              </a:spcAft>
              <a:buClr>
                <a:schemeClr val="dk1"/>
              </a:buClr>
              <a:buSzPts val="1800"/>
              <a:buChar char="•"/>
            </a:pPr>
            <a:r>
              <a:rPr b="1" lang="en-US" sz="1800"/>
              <a:t>Topic Overview</a:t>
            </a:r>
            <a:endParaRPr/>
          </a:p>
          <a:p>
            <a:pPr indent="-171450" lvl="0" marL="171450" rtl="0" algn="l">
              <a:lnSpc>
                <a:spcPct val="90000"/>
              </a:lnSpc>
              <a:spcBef>
                <a:spcPts val="750"/>
              </a:spcBef>
              <a:spcAft>
                <a:spcPts val="0"/>
              </a:spcAft>
              <a:buClr>
                <a:schemeClr val="dk1"/>
              </a:buClr>
              <a:buSzPts val="1800"/>
              <a:buChar char="•"/>
            </a:pPr>
            <a:r>
              <a:rPr b="1" lang="en-US" sz="1800"/>
              <a:t>Brief description of what the presentation will cover</a:t>
            </a:r>
            <a:endParaRPr/>
          </a:p>
          <a:p>
            <a:pPr indent="-171450" lvl="0" marL="171450" rtl="0" algn="l">
              <a:lnSpc>
                <a:spcPct val="90000"/>
              </a:lnSpc>
              <a:spcBef>
                <a:spcPts val="750"/>
              </a:spcBef>
              <a:spcAft>
                <a:spcPts val="0"/>
              </a:spcAft>
              <a:buClr>
                <a:schemeClr val="dk1"/>
              </a:buClr>
              <a:buSzPts val="1800"/>
              <a:buChar char="•"/>
            </a:pPr>
            <a:r>
              <a:rPr b="1" lang="en-US" sz="1800"/>
              <a:t>Importance or relevance of the topic</a:t>
            </a:r>
            <a:endParaRPr/>
          </a:p>
          <a:p>
            <a:pPr indent="-171450" lvl="0" marL="171450" rtl="0" algn="l">
              <a:lnSpc>
                <a:spcPct val="90000"/>
              </a:lnSpc>
              <a:spcBef>
                <a:spcPts val="750"/>
              </a:spcBef>
              <a:spcAft>
                <a:spcPts val="0"/>
              </a:spcAft>
              <a:buClr>
                <a:schemeClr val="dk1"/>
              </a:buClr>
              <a:buSzPts val="1800"/>
              <a:buChar char="•"/>
            </a:pPr>
            <a:r>
              <a:rPr b="1" lang="en-US" sz="1800"/>
              <a:t>Key objectives or learning outcomes</a:t>
            </a:r>
            <a:endParaRPr/>
          </a:p>
          <a:p>
            <a:pPr indent="-171450" lvl="0" marL="171450" rtl="0" algn="l">
              <a:lnSpc>
                <a:spcPct val="90000"/>
              </a:lnSpc>
              <a:spcBef>
                <a:spcPts val="750"/>
              </a:spcBef>
              <a:spcAft>
                <a:spcPts val="0"/>
              </a:spcAft>
              <a:buClr>
                <a:schemeClr val="dk1"/>
              </a:buClr>
              <a:buSzPts val="1800"/>
              <a:buChar char="•"/>
            </a:pPr>
            <a:r>
              <a:rPr b="1" lang="en-US" sz="1800"/>
              <a:t>Summary</a:t>
            </a:r>
            <a:endParaRPr/>
          </a:p>
          <a:p>
            <a:pPr indent="-171450" lvl="0" marL="171450" rtl="0" algn="l">
              <a:lnSpc>
                <a:spcPct val="90000"/>
              </a:lnSpc>
              <a:spcBef>
                <a:spcPts val="750"/>
              </a:spcBef>
              <a:spcAft>
                <a:spcPts val="0"/>
              </a:spcAft>
              <a:buClr>
                <a:schemeClr val="dk1"/>
              </a:buClr>
              <a:buSzPts val="1800"/>
              <a:buChar char="•"/>
            </a:pPr>
            <a:r>
              <a:rPr b="1" lang="en-US" sz="1800"/>
              <a:t>References </a:t>
            </a:r>
            <a:endParaRPr/>
          </a:p>
          <a:p>
            <a:pPr indent="-57150" lvl="0" marL="171450" rtl="0" algn="l">
              <a:lnSpc>
                <a:spcPct val="90000"/>
              </a:lnSpc>
              <a:spcBef>
                <a:spcPts val="750"/>
              </a:spcBef>
              <a:spcAft>
                <a:spcPts val="0"/>
              </a:spcAft>
              <a:buClr>
                <a:schemeClr val="dk1"/>
              </a:buClr>
              <a:buSzPts val="1800"/>
              <a:buNone/>
            </a:pPr>
            <a:r>
              <a:t/>
            </a:r>
            <a:endParaRPr sz="1800"/>
          </a:p>
        </p:txBody>
      </p:sp>
      <p:sp>
        <p:nvSpPr>
          <p:cNvPr id="104" name="Google Shape;104;p2"/>
          <p:cNvSpPr txBox="1"/>
          <p:nvPr>
            <p:ph idx="11" type="ftr"/>
          </p:nvPr>
        </p:nvSpPr>
        <p:spPr>
          <a:xfrm>
            <a:off x="3028950" y="4767263"/>
            <a:ext cx="3086100" cy="273844"/>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Department of Computer Application </a:t>
            </a:r>
            <a:endParaRPr/>
          </a:p>
        </p:txBody>
      </p:sp>
      <p:sp>
        <p:nvSpPr>
          <p:cNvPr id="105" name="Google Shape;105;p2"/>
          <p:cNvSpPr txBox="1"/>
          <p:nvPr>
            <p:ph idx="12" type="sldNum"/>
          </p:nvPr>
        </p:nvSpPr>
        <p:spPr>
          <a:xfrm>
            <a:off x="6457950" y="4767263"/>
            <a:ext cx="2057400" cy="273844"/>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106" name="Google Shape;106;p2"/>
          <p:cNvPicPr preferRelativeResize="0"/>
          <p:nvPr/>
        </p:nvPicPr>
        <p:blipFill rotWithShape="1">
          <a:blip r:embed="rId3">
            <a:alphaModFix/>
          </a:blip>
          <a:srcRect b="0" l="0" r="0" t="0"/>
          <a:stretch/>
        </p:blipFill>
        <p:spPr>
          <a:xfrm>
            <a:off x="112575" y="70037"/>
            <a:ext cx="2564258" cy="718788"/>
          </a:xfrm>
          <a:prstGeom prst="rect">
            <a:avLst/>
          </a:prstGeom>
          <a:noFill/>
          <a:ln>
            <a:noFill/>
          </a:ln>
        </p:spPr>
      </p:pic>
      <p:pic>
        <p:nvPicPr>
          <p:cNvPr id="107" name="Google Shape;107;p2"/>
          <p:cNvPicPr preferRelativeResize="0"/>
          <p:nvPr/>
        </p:nvPicPr>
        <p:blipFill rotWithShape="1">
          <a:blip r:embed="rId4">
            <a:alphaModFix/>
          </a:blip>
          <a:srcRect b="0" l="0" r="0" t="0"/>
          <a:stretch/>
        </p:blipFill>
        <p:spPr>
          <a:xfrm>
            <a:off x="7290715" y="72947"/>
            <a:ext cx="1782539" cy="530631"/>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3"/>
          <p:cNvSpPr txBox="1"/>
          <p:nvPr>
            <p:ph type="title"/>
          </p:nvPr>
        </p:nvSpPr>
        <p:spPr>
          <a:xfrm>
            <a:off x="2676825" y="69046"/>
            <a:ext cx="4614000" cy="8145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2400"/>
              <a:buFont typeface="Calibri"/>
              <a:buNone/>
            </a:pPr>
            <a:r>
              <a:rPr b="1" lang="en-US" sz="2400">
                <a:latin typeface="Calibri"/>
                <a:ea typeface="Calibri"/>
                <a:cs typeface="Calibri"/>
                <a:sym typeface="Calibri"/>
              </a:rPr>
              <a:t>PTU Syllabus of Unit-I</a:t>
            </a:r>
            <a:endParaRPr b="1" sz="2400">
              <a:latin typeface="Calibri"/>
              <a:ea typeface="Calibri"/>
              <a:cs typeface="Calibri"/>
              <a:sym typeface="Calibri"/>
            </a:endParaRPr>
          </a:p>
        </p:txBody>
      </p:sp>
      <p:sp>
        <p:nvSpPr>
          <p:cNvPr id="113" name="Google Shape;113;p3"/>
          <p:cNvSpPr txBox="1"/>
          <p:nvPr>
            <p:ph idx="1" type="body"/>
          </p:nvPr>
        </p:nvSpPr>
        <p:spPr>
          <a:xfrm>
            <a:off x="628650" y="1123950"/>
            <a:ext cx="7886700" cy="3508773"/>
          </a:xfrm>
          <a:prstGeom prst="rect">
            <a:avLst/>
          </a:prstGeom>
          <a:noFill/>
          <a:ln>
            <a:noFill/>
          </a:ln>
        </p:spPr>
        <p:txBody>
          <a:bodyPr anchorCtr="0" anchor="t" bIns="45700" lIns="91425" spcFirstLastPara="1" rIns="91425" wrap="square" tIns="45700">
            <a:normAutofit fontScale="40000" lnSpcReduction="20000"/>
          </a:bodyPr>
          <a:lstStyle/>
          <a:p>
            <a:pPr indent="0" lvl="0" marL="0" rtl="0" algn="ctr">
              <a:lnSpc>
                <a:spcPct val="90000"/>
              </a:lnSpc>
              <a:spcBef>
                <a:spcPts val="0"/>
              </a:spcBef>
              <a:spcAft>
                <a:spcPts val="0"/>
              </a:spcAft>
              <a:buClr>
                <a:srgbClr val="000000"/>
              </a:buClr>
              <a:buSzPct val="100000"/>
              <a:buNone/>
            </a:pPr>
            <a:r>
              <a:rPr b="1" lang="en-US" sz="3600">
                <a:solidFill>
                  <a:srgbClr val="000000"/>
                </a:solidFill>
              </a:rPr>
              <a:t>Part-A</a:t>
            </a:r>
            <a:endParaRPr sz="3600">
              <a:solidFill>
                <a:srgbClr val="000000"/>
              </a:solidFill>
            </a:endParaRPr>
          </a:p>
          <a:p>
            <a:pPr indent="-171450" lvl="0" marL="171450" rtl="0" algn="just">
              <a:lnSpc>
                <a:spcPct val="120000"/>
              </a:lnSpc>
              <a:spcBef>
                <a:spcPts val="750"/>
              </a:spcBef>
              <a:spcAft>
                <a:spcPts val="0"/>
              </a:spcAft>
              <a:buClr>
                <a:srgbClr val="000000"/>
              </a:buClr>
              <a:buSzPct val="100000"/>
              <a:buChar char="•"/>
            </a:pPr>
            <a:r>
              <a:rPr b="1" i="0" lang="en-US" sz="3600" u="none" strike="noStrike">
                <a:solidFill>
                  <a:srgbClr val="000000"/>
                </a:solidFill>
              </a:rPr>
              <a:t>Overview of Computing Paradigm: </a:t>
            </a:r>
            <a:r>
              <a:rPr b="0" i="0" lang="en-US" sz="3600" u="none" strike="noStrike">
                <a:solidFill>
                  <a:srgbClr val="000000"/>
                </a:solidFill>
              </a:rPr>
              <a:t>Recent trends in Computing -Grid Computing, Cluster Computing, Distributed Computing, Utility Computing, Cloud Computing. </a:t>
            </a:r>
            <a:endParaRPr/>
          </a:p>
          <a:p>
            <a:pPr indent="-171450" lvl="0" marL="171450" rtl="0" algn="just">
              <a:lnSpc>
                <a:spcPct val="120000"/>
              </a:lnSpc>
              <a:spcBef>
                <a:spcPts val="750"/>
              </a:spcBef>
              <a:spcAft>
                <a:spcPts val="0"/>
              </a:spcAft>
              <a:buClr>
                <a:srgbClr val="000000"/>
              </a:buClr>
              <a:buSzPct val="100000"/>
              <a:buChar char="•"/>
            </a:pPr>
            <a:r>
              <a:rPr b="1" i="0" lang="en-US" sz="3600" u="none" strike="noStrike">
                <a:solidFill>
                  <a:srgbClr val="000000"/>
                </a:solidFill>
              </a:rPr>
              <a:t>Introduction to Cloud Computing: </a:t>
            </a:r>
            <a:r>
              <a:rPr b="0" i="0" lang="en-US" sz="3600" u="none" strike="noStrike">
                <a:solidFill>
                  <a:srgbClr val="000000"/>
                </a:solidFill>
              </a:rPr>
              <a:t>Vision of Cloud Computing, Defining a Cloud, Cloud Reference Model, Deployment Model, Characteristics, Benefits of Cloud Computing, Challenges ahead. Cloud computing vs. Cluster computing vs. Grid computing. </a:t>
            </a:r>
            <a:endParaRPr/>
          </a:p>
          <a:p>
            <a:pPr indent="-171450" lvl="0" marL="171450" rtl="0" algn="just">
              <a:lnSpc>
                <a:spcPct val="120000"/>
              </a:lnSpc>
              <a:spcBef>
                <a:spcPts val="750"/>
              </a:spcBef>
              <a:spcAft>
                <a:spcPts val="0"/>
              </a:spcAft>
              <a:buClr>
                <a:srgbClr val="000000"/>
              </a:buClr>
              <a:buSzPct val="100000"/>
              <a:buChar char="•"/>
            </a:pPr>
            <a:r>
              <a:rPr b="1" i="0" lang="en-US" sz="3600" u="none" strike="noStrike">
                <a:solidFill>
                  <a:srgbClr val="000000"/>
                </a:solidFill>
              </a:rPr>
              <a:t>Migrating into a Cloud: </a:t>
            </a:r>
            <a:r>
              <a:rPr b="0" i="0" lang="en-US" sz="3600" u="none" strike="noStrike">
                <a:solidFill>
                  <a:srgbClr val="000000"/>
                </a:solidFill>
              </a:rPr>
              <a:t>Introduction, Broad approaches to Migrating into the Cloud, The Seven-Step Model of Migration Into a Cloud. </a:t>
            </a:r>
            <a:endParaRPr/>
          </a:p>
          <a:p>
            <a:pPr indent="-171450" lvl="0" marL="171450" rtl="0" algn="just">
              <a:lnSpc>
                <a:spcPct val="120000"/>
              </a:lnSpc>
              <a:spcBef>
                <a:spcPts val="750"/>
              </a:spcBef>
              <a:spcAft>
                <a:spcPts val="0"/>
              </a:spcAft>
              <a:buClr>
                <a:srgbClr val="000000"/>
              </a:buClr>
              <a:buSzPct val="100000"/>
              <a:buChar char="•"/>
            </a:pPr>
            <a:r>
              <a:rPr b="1" i="0" lang="en-US" sz="3600" u="none" strike="noStrike">
                <a:solidFill>
                  <a:srgbClr val="000000"/>
                </a:solidFill>
              </a:rPr>
              <a:t>Virtualization: </a:t>
            </a:r>
            <a:r>
              <a:rPr b="0" i="0" lang="en-US" sz="3600" u="none" strike="noStrike">
                <a:solidFill>
                  <a:srgbClr val="000000"/>
                </a:solidFill>
              </a:rPr>
              <a:t>Introduction, Characteristics of Virtualized environment, Taxonomy of Virtualization techniques, Virtualization and Cloud Computing, Pros and Cons of Virtualization, Technology Examples- Xen, VMware, Microsoft Hyper-V. </a:t>
            </a:r>
            <a:endParaRPr/>
          </a:p>
          <a:p>
            <a:pPr indent="-171450" lvl="0" marL="171450" rtl="0" algn="just">
              <a:lnSpc>
                <a:spcPct val="120000"/>
              </a:lnSpc>
              <a:spcBef>
                <a:spcPts val="750"/>
              </a:spcBef>
              <a:spcAft>
                <a:spcPts val="0"/>
              </a:spcAft>
              <a:buClr>
                <a:srgbClr val="000000"/>
              </a:buClr>
              <a:buSzPct val="100000"/>
              <a:buChar char="•"/>
            </a:pPr>
            <a:r>
              <a:rPr b="1" i="0" lang="en-US" sz="3600" u="none" strike="noStrike">
                <a:solidFill>
                  <a:srgbClr val="000000"/>
                </a:solidFill>
              </a:rPr>
              <a:t>Capacity Planning: </a:t>
            </a:r>
            <a:r>
              <a:rPr b="0" i="0" lang="en-US" sz="3600" u="none" strike="noStrike">
                <a:solidFill>
                  <a:srgbClr val="000000"/>
                </a:solidFill>
              </a:rPr>
              <a:t>Introduction, Defining Baseline and Metrics-Baseline Measurements, System Metrics, Load Testing, Resource Ceilings, Server and Instance types; Network Capacity, Scaling. 	</a:t>
            </a:r>
            <a:endParaRPr/>
          </a:p>
          <a:p>
            <a:pPr indent="0" lvl="0" marL="0" rtl="0" algn="l">
              <a:lnSpc>
                <a:spcPct val="90000"/>
              </a:lnSpc>
              <a:spcBef>
                <a:spcPts val="750"/>
              </a:spcBef>
              <a:spcAft>
                <a:spcPts val="0"/>
              </a:spcAft>
              <a:buClr>
                <a:schemeClr val="dk1"/>
              </a:buClr>
              <a:buSzPct val="100000"/>
              <a:buNone/>
            </a:pPr>
            <a:r>
              <a:t/>
            </a:r>
            <a:endParaRPr sz="1800"/>
          </a:p>
        </p:txBody>
      </p:sp>
      <p:sp>
        <p:nvSpPr>
          <p:cNvPr id="114" name="Google Shape;114;p3"/>
          <p:cNvSpPr txBox="1"/>
          <p:nvPr>
            <p:ph idx="11" type="ftr"/>
          </p:nvPr>
        </p:nvSpPr>
        <p:spPr>
          <a:xfrm>
            <a:off x="3028950" y="4767263"/>
            <a:ext cx="3086100" cy="273844"/>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Department of Computer Application </a:t>
            </a:r>
            <a:endParaRPr/>
          </a:p>
        </p:txBody>
      </p:sp>
      <p:sp>
        <p:nvSpPr>
          <p:cNvPr id="115" name="Google Shape;115;p3"/>
          <p:cNvSpPr txBox="1"/>
          <p:nvPr>
            <p:ph idx="12" type="sldNum"/>
          </p:nvPr>
        </p:nvSpPr>
        <p:spPr>
          <a:xfrm>
            <a:off x="6457950" y="4767263"/>
            <a:ext cx="2057400" cy="273844"/>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116" name="Google Shape;116;p3"/>
          <p:cNvPicPr preferRelativeResize="0"/>
          <p:nvPr/>
        </p:nvPicPr>
        <p:blipFill rotWithShape="1">
          <a:blip r:embed="rId3">
            <a:alphaModFix/>
          </a:blip>
          <a:srcRect b="0" l="0" r="0" t="0"/>
          <a:stretch/>
        </p:blipFill>
        <p:spPr>
          <a:xfrm>
            <a:off x="112575" y="70037"/>
            <a:ext cx="2564258" cy="718788"/>
          </a:xfrm>
          <a:prstGeom prst="rect">
            <a:avLst/>
          </a:prstGeom>
          <a:noFill/>
          <a:ln>
            <a:noFill/>
          </a:ln>
        </p:spPr>
      </p:pic>
      <p:pic>
        <p:nvPicPr>
          <p:cNvPr id="117" name="Google Shape;117;p3"/>
          <p:cNvPicPr preferRelativeResize="0"/>
          <p:nvPr/>
        </p:nvPicPr>
        <p:blipFill rotWithShape="1">
          <a:blip r:embed="rId4">
            <a:alphaModFix/>
          </a:blip>
          <a:srcRect b="0" l="0" r="0" t="0"/>
          <a:stretch/>
        </p:blipFill>
        <p:spPr>
          <a:xfrm>
            <a:off x="7290715" y="72947"/>
            <a:ext cx="1782539" cy="530631"/>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4"/>
          <p:cNvSpPr txBox="1"/>
          <p:nvPr>
            <p:ph type="title"/>
          </p:nvPr>
        </p:nvSpPr>
        <p:spPr>
          <a:xfrm>
            <a:off x="2771200" y="205973"/>
            <a:ext cx="4436700" cy="718800"/>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Clr>
                <a:schemeClr val="dk1"/>
              </a:buClr>
              <a:buSzPts val="2400"/>
              <a:buFont typeface="Calibri"/>
              <a:buNone/>
            </a:pPr>
            <a:r>
              <a:rPr b="1" lang="en-US" sz="2400">
                <a:latin typeface="Calibri"/>
                <a:ea typeface="Calibri"/>
                <a:cs typeface="Calibri"/>
                <a:sym typeface="Calibri"/>
              </a:rPr>
              <a:t>Key objectives or learning outcomes</a:t>
            </a:r>
            <a:endParaRPr sz="2400">
              <a:latin typeface="Calibri"/>
              <a:ea typeface="Calibri"/>
              <a:cs typeface="Calibri"/>
              <a:sym typeface="Calibri"/>
            </a:endParaRPr>
          </a:p>
        </p:txBody>
      </p:sp>
      <p:sp>
        <p:nvSpPr>
          <p:cNvPr id="123" name="Google Shape;123;p4"/>
          <p:cNvSpPr txBox="1"/>
          <p:nvPr>
            <p:ph idx="1" type="body"/>
          </p:nvPr>
        </p:nvSpPr>
        <p:spPr>
          <a:xfrm>
            <a:off x="457200" y="1200150"/>
            <a:ext cx="8534400" cy="2590800"/>
          </a:xfrm>
          <a:prstGeom prst="rect">
            <a:avLst/>
          </a:prstGeom>
          <a:noFill/>
          <a:ln>
            <a:noFill/>
          </a:ln>
        </p:spPr>
        <p:txBody>
          <a:bodyPr anchorCtr="0" anchor="t" bIns="45700" lIns="91425" spcFirstLastPara="1" rIns="91425" wrap="square" tIns="45700">
            <a:noAutofit/>
          </a:bodyPr>
          <a:lstStyle/>
          <a:p>
            <a:pPr indent="-171450" lvl="0" marL="171450" rtl="0" algn="just">
              <a:lnSpc>
                <a:spcPct val="90000"/>
              </a:lnSpc>
              <a:spcBef>
                <a:spcPts val="0"/>
              </a:spcBef>
              <a:spcAft>
                <a:spcPts val="0"/>
              </a:spcAft>
              <a:buClr>
                <a:srgbClr val="000000"/>
              </a:buClr>
              <a:buSzPts val="1800"/>
              <a:buChar char="•"/>
            </a:pPr>
            <a:r>
              <a:rPr b="0" i="0" lang="en-US" sz="1800" u="none" strike="noStrike">
                <a:solidFill>
                  <a:srgbClr val="000000"/>
                </a:solidFill>
              </a:rPr>
              <a:t>CO1 	Understand the basic concept and importance of cloud computing. 	</a:t>
            </a:r>
            <a:endParaRPr/>
          </a:p>
          <a:p>
            <a:pPr indent="-171450" lvl="0" marL="171450" rtl="0" algn="just">
              <a:lnSpc>
                <a:spcPct val="90000"/>
              </a:lnSpc>
              <a:spcBef>
                <a:spcPts val="750"/>
              </a:spcBef>
              <a:spcAft>
                <a:spcPts val="0"/>
              </a:spcAft>
              <a:buClr>
                <a:srgbClr val="000000"/>
              </a:buClr>
              <a:buSzPts val="1800"/>
              <a:buChar char="•"/>
            </a:pPr>
            <a:r>
              <a:rPr b="0" i="0" lang="en-US" sz="1800" u="none" strike="noStrike">
                <a:solidFill>
                  <a:srgbClr val="000000"/>
                </a:solidFill>
              </a:rPr>
              <a:t>CO2 	Access the suitability of migrating to a cloud solution for different applications.</a:t>
            </a:r>
            <a:endParaRPr/>
          </a:p>
          <a:p>
            <a:pPr indent="-171450" lvl="0" marL="171450" rtl="0" algn="just">
              <a:lnSpc>
                <a:spcPct val="90000"/>
              </a:lnSpc>
              <a:spcBef>
                <a:spcPts val="750"/>
              </a:spcBef>
              <a:spcAft>
                <a:spcPts val="0"/>
              </a:spcAft>
              <a:buClr>
                <a:srgbClr val="000000"/>
              </a:buClr>
              <a:buSzPts val="1800"/>
              <a:buChar char="•"/>
            </a:pPr>
            <a:r>
              <a:rPr b="0" i="0" lang="en-US" sz="1800" u="none" strike="noStrike">
                <a:solidFill>
                  <a:srgbClr val="000000"/>
                </a:solidFill>
              </a:rPr>
              <a:t>CO3 	Compare and evaluate the virtualization technologies. 	</a:t>
            </a:r>
            <a:endParaRPr/>
          </a:p>
          <a:p>
            <a:pPr indent="-171450" lvl="0" marL="171450" rtl="0" algn="just">
              <a:lnSpc>
                <a:spcPct val="90000"/>
              </a:lnSpc>
              <a:spcBef>
                <a:spcPts val="750"/>
              </a:spcBef>
              <a:spcAft>
                <a:spcPts val="0"/>
              </a:spcAft>
              <a:buClr>
                <a:srgbClr val="000000"/>
              </a:buClr>
              <a:buSzPts val="1800"/>
              <a:buChar char="•"/>
            </a:pPr>
            <a:r>
              <a:rPr b="0" i="0" lang="en-US" sz="1800" u="none" strike="noStrike">
                <a:solidFill>
                  <a:srgbClr val="000000"/>
                </a:solidFill>
              </a:rPr>
              <a:t>CO4 	Monitor and manage the cloud resources, applications and data while addressing </a:t>
            </a:r>
            <a:r>
              <a:rPr b="0" i="0" lang="en-US" sz="1800" u="none" strike="noStrike">
                <a:solidFill>
                  <a:srgbClr val="000000"/>
                </a:solidFill>
                <a:latin typeface="Times New Roman"/>
                <a:ea typeface="Times New Roman"/>
                <a:cs typeface="Times New Roman"/>
                <a:sym typeface="Times New Roman"/>
              </a:rPr>
              <a:t>	the </a:t>
            </a:r>
            <a:r>
              <a:rPr b="0" i="0" lang="en-US" sz="1800" u="none" strike="noStrike">
                <a:solidFill>
                  <a:srgbClr val="000000"/>
                </a:solidFill>
              </a:rPr>
              <a:t>security concerns. 	</a:t>
            </a:r>
            <a:endParaRPr sz="1800">
              <a:solidFill>
                <a:srgbClr val="000000"/>
              </a:solidFill>
            </a:endParaRPr>
          </a:p>
          <a:p>
            <a:pPr indent="-171450" lvl="0" marL="171450" rtl="0" algn="just">
              <a:lnSpc>
                <a:spcPct val="90000"/>
              </a:lnSpc>
              <a:spcBef>
                <a:spcPts val="750"/>
              </a:spcBef>
              <a:spcAft>
                <a:spcPts val="0"/>
              </a:spcAft>
              <a:buClr>
                <a:srgbClr val="000000"/>
              </a:buClr>
              <a:buSzPts val="1800"/>
              <a:buChar char="•"/>
            </a:pPr>
            <a:r>
              <a:rPr b="0" i="0" lang="en-US" sz="1800" u="none" strike="noStrike">
                <a:solidFill>
                  <a:srgbClr val="000000"/>
                </a:solidFill>
              </a:rPr>
              <a:t>CO5 	Use cloud solutions offered by industry leaders for various applications. 	</a:t>
            </a:r>
            <a:endParaRPr/>
          </a:p>
          <a:p>
            <a:pPr indent="-69850" lvl="0" marL="171450" rtl="0" algn="just">
              <a:lnSpc>
                <a:spcPct val="90000"/>
              </a:lnSpc>
              <a:spcBef>
                <a:spcPts val="750"/>
              </a:spcBef>
              <a:spcAft>
                <a:spcPts val="0"/>
              </a:spcAft>
              <a:buClr>
                <a:schemeClr val="dk1"/>
              </a:buClr>
              <a:buSzPts val="1600"/>
              <a:buNone/>
            </a:pPr>
            <a:r>
              <a:t/>
            </a:r>
            <a:endParaRPr b="0" i="0" sz="1600" u="none" strike="noStrike">
              <a:solidFill>
                <a:srgbClr val="000000"/>
              </a:solidFill>
            </a:endParaRPr>
          </a:p>
        </p:txBody>
      </p:sp>
      <p:sp>
        <p:nvSpPr>
          <p:cNvPr id="124" name="Google Shape;124;p4"/>
          <p:cNvSpPr txBox="1"/>
          <p:nvPr>
            <p:ph idx="11" type="ftr"/>
          </p:nvPr>
        </p:nvSpPr>
        <p:spPr>
          <a:xfrm>
            <a:off x="3028950" y="4767263"/>
            <a:ext cx="3086100" cy="273844"/>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Department of Computer Application </a:t>
            </a:r>
            <a:endParaRPr/>
          </a:p>
        </p:txBody>
      </p:sp>
      <p:sp>
        <p:nvSpPr>
          <p:cNvPr id="125" name="Google Shape;125;p4"/>
          <p:cNvSpPr txBox="1"/>
          <p:nvPr>
            <p:ph idx="12" type="sldNum"/>
          </p:nvPr>
        </p:nvSpPr>
        <p:spPr>
          <a:xfrm>
            <a:off x="6457950" y="4767263"/>
            <a:ext cx="2057400" cy="273844"/>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126" name="Google Shape;126;p4"/>
          <p:cNvPicPr preferRelativeResize="0"/>
          <p:nvPr/>
        </p:nvPicPr>
        <p:blipFill rotWithShape="1">
          <a:blip r:embed="rId3">
            <a:alphaModFix/>
          </a:blip>
          <a:srcRect b="0" l="0" r="0" t="0"/>
          <a:stretch/>
        </p:blipFill>
        <p:spPr>
          <a:xfrm>
            <a:off x="112575" y="70037"/>
            <a:ext cx="2564258" cy="718788"/>
          </a:xfrm>
          <a:prstGeom prst="rect">
            <a:avLst/>
          </a:prstGeom>
          <a:noFill/>
          <a:ln>
            <a:noFill/>
          </a:ln>
        </p:spPr>
      </p:pic>
      <p:pic>
        <p:nvPicPr>
          <p:cNvPr id="127" name="Google Shape;127;p4"/>
          <p:cNvPicPr preferRelativeResize="0"/>
          <p:nvPr/>
        </p:nvPicPr>
        <p:blipFill rotWithShape="1">
          <a:blip r:embed="rId4">
            <a:alphaModFix/>
          </a:blip>
          <a:srcRect b="0" l="0" r="0" t="0"/>
          <a:stretch/>
        </p:blipFill>
        <p:spPr>
          <a:xfrm>
            <a:off x="7290715" y="72947"/>
            <a:ext cx="1782539" cy="530631"/>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5"/>
          <p:cNvSpPr txBox="1"/>
          <p:nvPr>
            <p:ph type="title"/>
          </p:nvPr>
        </p:nvSpPr>
        <p:spPr>
          <a:xfrm>
            <a:off x="2750198" y="102394"/>
            <a:ext cx="4457701" cy="74359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2400"/>
              <a:buFont typeface="Calibri"/>
              <a:buNone/>
            </a:pPr>
            <a:r>
              <a:rPr b="1" lang="en-US" sz="2400">
                <a:latin typeface="Calibri"/>
                <a:ea typeface="Calibri"/>
                <a:cs typeface="Calibri"/>
                <a:sym typeface="Calibri"/>
              </a:rPr>
              <a:t>CO Introduction</a:t>
            </a:r>
            <a:endParaRPr sz="2400">
              <a:latin typeface="Calibri"/>
              <a:ea typeface="Calibri"/>
              <a:cs typeface="Calibri"/>
              <a:sym typeface="Calibri"/>
            </a:endParaRPr>
          </a:p>
        </p:txBody>
      </p:sp>
      <p:graphicFrame>
        <p:nvGraphicFramePr>
          <p:cNvPr id="133" name="Google Shape;133;p5"/>
          <p:cNvGraphicFramePr/>
          <p:nvPr/>
        </p:nvGraphicFramePr>
        <p:xfrm>
          <a:off x="635741" y="1056233"/>
          <a:ext cx="3000000" cy="3000000"/>
        </p:xfrm>
        <a:graphic>
          <a:graphicData uri="http://schemas.openxmlformats.org/drawingml/2006/table">
            <a:tbl>
              <a:tblPr bandRow="1" firstRow="1">
                <a:noFill/>
                <a:tableStyleId>{8846648E-68AA-42C8-BE29-C965352159FB}</a:tableStyleId>
              </a:tblPr>
              <a:tblGrid>
                <a:gridCol w="1360800"/>
                <a:gridCol w="5021700"/>
                <a:gridCol w="1381550"/>
              </a:tblGrid>
              <a:tr h="559100">
                <a:tc>
                  <a:txBody>
                    <a:bodyPr/>
                    <a:lstStyle/>
                    <a:p>
                      <a:pPr indent="0" lvl="0" marL="0" marR="0" rtl="0" algn="ctr">
                        <a:spcBef>
                          <a:spcPts val="0"/>
                        </a:spcBef>
                        <a:spcAft>
                          <a:spcPts val="0"/>
                        </a:spcAft>
                        <a:buNone/>
                      </a:pPr>
                      <a:r>
                        <a:rPr b="1" lang="en-US" sz="1800" u="none" cap="none" strike="noStrike"/>
                        <a:t>CO NUMBER </a:t>
                      </a:r>
                      <a:endParaRPr b="1" sz="1800" u="none" cap="none" strike="noStrike">
                        <a:latin typeface="Calibri"/>
                        <a:ea typeface="Calibri"/>
                        <a:cs typeface="Calibri"/>
                        <a:sym typeface="Calibri"/>
                      </a:endParaRPr>
                    </a:p>
                  </a:txBody>
                  <a:tcPr marT="34300" marB="34300" marR="68575" marL="68575"/>
                </a:tc>
                <a:tc>
                  <a:txBody>
                    <a:bodyPr/>
                    <a:lstStyle/>
                    <a:p>
                      <a:pPr indent="0" lvl="0" marL="0" marR="0" rtl="0" algn="ctr">
                        <a:spcBef>
                          <a:spcPts val="0"/>
                        </a:spcBef>
                        <a:spcAft>
                          <a:spcPts val="0"/>
                        </a:spcAft>
                        <a:buNone/>
                      </a:pPr>
                      <a:r>
                        <a:rPr b="1" lang="en-US" sz="1800" u="none" cap="none" strike="noStrike"/>
                        <a:t>TOPICS</a:t>
                      </a:r>
                      <a:endParaRPr/>
                    </a:p>
                  </a:txBody>
                  <a:tcPr marT="34300" marB="34300" marR="68575" marL="68575"/>
                </a:tc>
                <a:tc>
                  <a:txBody>
                    <a:bodyPr/>
                    <a:lstStyle/>
                    <a:p>
                      <a:pPr indent="0" lvl="0" marL="0" marR="0" rtl="0" algn="ctr">
                        <a:spcBef>
                          <a:spcPts val="0"/>
                        </a:spcBef>
                        <a:spcAft>
                          <a:spcPts val="0"/>
                        </a:spcAft>
                        <a:buNone/>
                      </a:pPr>
                      <a:r>
                        <a:rPr b="1" lang="en-US" sz="1800" u="none" cap="none" strike="noStrike"/>
                        <a:t>LEVEL</a:t>
                      </a:r>
                      <a:endParaRPr/>
                    </a:p>
                  </a:txBody>
                  <a:tcPr marT="34300" marB="34300" marR="68575" marL="68575"/>
                </a:tc>
              </a:tr>
              <a:tr h="590700">
                <a:tc>
                  <a:txBody>
                    <a:bodyPr/>
                    <a:lstStyle/>
                    <a:p>
                      <a:pPr indent="0" lvl="0" marL="0" marR="0" rtl="0" algn="ctr">
                        <a:spcBef>
                          <a:spcPts val="0"/>
                        </a:spcBef>
                        <a:spcAft>
                          <a:spcPts val="0"/>
                        </a:spcAft>
                        <a:buNone/>
                      </a:pPr>
                      <a:r>
                        <a:rPr b="1" lang="en-US" sz="1800" u="none" cap="none" strike="noStrike"/>
                        <a:t>CO1</a:t>
                      </a:r>
                      <a:endParaRPr b="1" sz="1800" u="none" cap="none" strike="noStrike">
                        <a:latin typeface="Calibri"/>
                        <a:ea typeface="Calibri"/>
                        <a:cs typeface="Calibri"/>
                        <a:sym typeface="Calibri"/>
                      </a:endParaRPr>
                    </a:p>
                  </a:txBody>
                  <a:tcPr marT="34300" marB="34300" marR="68575" marL="68575"/>
                </a:tc>
                <a:tc>
                  <a:txBody>
                    <a:bodyPr/>
                    <a:lstStyle/>
                    <a:p>
                      <a:pPr indent="0" lvl="0" marL="0" marR="0" rtl="0" algn="just">
                        <a:spcBef>
                          <a:spcPts val="0"/>
                        </a:spcBef>
                        <a:spcAft>
                          <a:spcPts val="0"/>
                        </a:spcAft>
                        <a:buNone/>
                      </a:pPr>
                      <a:r>
                        <a:rPr b="1" i="0" lang="en-US" sz="1800" u="none" cap="none" strike="noStrike">
                          <a:solidFill>
                            <a:schemeClr val="dk1"/>
                          </a:solidFill>
                          <a:latin typeface="Calibri"/>
                          <a:ea typeface="Calibri"/>
                          <a:cs typeface="Calibri"/>
                          <a:sym typeface="Calibri"/>
                        </a:rPr>
                        <a:t>Overview of Computing Paradigm: </a:t>
                      </a:r>
                      <a:r>
                        <a:rPr b="0" i="0" lang="en-US" sz="1800" u="none" cap="none" strike="noStrike">
                          <a:solidFill>
                            <a:schemeClr val="dk1"/>
                          </a:solidFill>
                          <a:latin typeface="Calibri"/>
                          <a:ea typeface="Calibri"/>
                          <a:cs typeface="Calibri"/>
                          <a:sym typeface="Calibri"/>
                        </a:rPr>
                        <a:t>Recent trends in Computing -Grid Computing, Cluster Computing, Distributed Computing, Utility Computing, Cloud Computing. </a:t>
                      </a:r>
                      <a:endParaRPr/>
                    </a:p>
                    <a:p>
                      <a:pPr indent="0" lvl="0" marL="0" marR="0" rtl="0" algn="just">
                        <a:spcBef>
                          <a:spcPts val="0"/>
                        </a:spcBef>
                        <a:spcAft>
                          <a:spcPts val="0"/>
                        </a:spcAft>
                        <a:buNone/>
                      </a:pPr>
                      <a:r>
                        <a:rPr b="1" i="0" lang="en-US" sz="1800" u="none" cap="none" strike="noStrike">
                          <a:solidFill>
                            <a:schemeClr val="dk1"/>
                          </a:solidFill>
                          <a:latin typeface="Calibri"/>
                          <a:ea typeface="Calibri"/>
                          <a:cs typeface="Calibri"/>
                          <a:sym typeface="Calibri"/>
                        </a:rPr>
                        <a:t>Introduction to Cloud Computing: </a:t>
                      </a:r>
                      <a:r>
                        <a:rPr b="0" i="0" lang="en-US" sz="1800" u="none" cap="none" strike="noStrike">
                          <a:solidFill>
                            <a:schemeClr val="dk1"/>
                          </a:solidFill>
                          <a:latin typeface="Calibri"/>
                          <a:ea typeface="Calibri"/>
                          <a:cs typeface="Calibri"/>
                          <a:sym typeface="Calibri"/>
                        </a:rPr>
                        <a:t>Vision of Cloud Computing, Defining a Cloud, Cloud Reference Model, Deployment Model, Characteristics, Benefits of Cloud Computing, Challenges ahead. Cloud computing vs. Cluster computing vs. Grid computing. </a:t>
                      </a:r>
                      <a:r>
                        <a:rPr b="0" i="0" lang="en-US" sz="1350" u="none" cap="none" strike="noStrike">
                          <a:solidFill>
                            <a:schemeClr val="dk1"/>
                          </a:solidFill>
                          <a:latin typeface="Calibri"/>
                          <a:ea typeface="Calibri"/>
                          <a:cs typeface="Calibri"/>
                          <a:sym typeface="Calibri"/>
                        </a:rPr>
                        <a:t>	</a:t>
                      </a:r>
                      <a:endParaRPr/>
                    </a:p>
                  </a:txBody>
                  <a:tcPr marT="34300" marB="34300" marR="68575" marL="68575"/>
                </a:tc>
                <a:tc>
                  <a:txBody>
                    <a:bodyPr/>
                    <a:lstStyle/>
                    <a:p>
                      <a:pPr indent="0" lvl="0" marL="0" marR="0" rtl="0" algn="l">
                        <a:spcBef>
                          <a:spcPts val="0"/>
                        </a:spcBef>
                        <a:spcAft>
                          <a:spcPts val="0"/>
                        </a:spcAft>
                        <a:buNone/>
                      </a:pPr>
                      <a:r>
                        <a:rPr b="1" lang="en-US" sz="1800"/>
                        <a:t>       </a:t>
                      </a:r>
                      <a:r>
                        <a:rPr b="1" lang="en-US" sz="1800" u="none" cap="none" strike="noStrike"/>
                        <a:t>2</a:t>
                      </a:r>
                      <a:endParaRPr/>
                    </a:p>
                  </a:txBody>
                  <a:tcPr marT="34300" marB="34300" marR="68575" marL="68575"/>
                </a:tc>
              </a:tr>
              <a:tr h="590700">
                <a:tc>
                  <a:txBody>
                    <a:bodyPr/>
                    <a:lstStyle/>
                    <a:p>
                      <a:pPr indent="0" lvl="0" marL="0" marR="0" rtl="0" algn="ctr">
                        <a:spcBef>
                          <a:spcPts val="0"/>
                        </a:spcBef>
                        <a:spcAft>
                          <a:spcPts val="0"/>
                        </a:spcAft>
                        <a:buNone/>
                      </a:pPr>
                      <a:r>
                        <a:t/>
                      </a:r>
                      <a:endParaRPr b="1" sz="1800" u="none" cap="none" strike="noStrike"/>
                    </a:p>
                  </a:txBody>
                  <a:tcPr marT="34300" marB="34300" marR="68575" marL="68575"/>
                </a:tc>
                <a:tc>
                  <a:txBody>
                    <a:bodyPr/>
                    <a:lstStyle/>
                    <a:p>
                      <a:pPr indent="0" lvl="0" marL="0" marR="0" rtl="0" algn="just">
                        <a:spcBef>
                          <a:spcPts val="0"/>
                        </a:spcBef>
                        <a:spcAft>
                          <a:spcPts val="0"/>
                        </a:spcAft>
                        <a:buNone/>
                      </a:pPr>
                      <a:r>
                        <a:t/>
                      </a:r>
                      <a:endParaRPr b="1" i="0" sz="1800" u="none" cap="none" strike="noStrike">
                        <a:solidFill>
                          <a:schemeClr val="dk1"/>
                        </a:solidFill>
                        <a:latin typeface="Calibri"/>
                        <a:ea typeface="Calibri"/>
                        <a:cs typeface="Calibri"/>
                        <a:sym typeface="Calibri"/>
                      </a:endParaRPr>
                    </a:p>
                  </a:txBody>
                  <a:tcPr marT="34300" marB="34300" marR="68575" marL="68575"/>
                </a:tc>
                <a:tc>
                  <a:txBody>
                    <a:bodyPr/>
                    <a:lstStyle/>
                    <a:p>
                      <a:pPr indent="0" lvl="0" marL="0" marR="0" rtl="0" algn="l">
                        <a:spcBef>
                          <a:spcPts val="0"/>
                        </a:spcBef>
                        <a:spcAft>
                          <a:spcPts val="0"/>
                        </a:spcAft>
                        <a:buNone/>
                      </a:pPr>
                      <a:r>
                        <a:t/>
                      </a:r>
                      <a:endParaRPr b="1" sz="1800" u="none" cap="none" strike="noStrike"/>
                    </a:p>
                  </a:txBody>
                  <a:tcPr marT="34300" marB="34300" marR="68575" marL="68575"/>
                </a:tc>
              </a:tr>
            </a:tbl>
          </a:graphicData>
        </a:graphic>
      </p:graphicFrame>
      <p:sp>
        <p:nvSpPr>
          <p:cNvPr id="134" name="Google Shape;134;p5"/>
          <p:cNvSpPr txBox="1"/>
          <p:nvPr>
            <p:ph idx="11" type="ftr"/>
          </p:nvPr>
        </p:nvSpPr>
        <p:spPr>
          <a:xfrm>
            <a:off x="3028950" y="4767263"/>
            <a:ext cx="3086100" cy="273844"/>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Department of Computer Application </a:t>
            </a:r>
            <a:endParaRPr/>
          </a:p>
        </p:txBody>
      </p:sp>
      <p:sp>
        <p:nvSpPr>
          <p:cNvPr id="135" name="Google Shape;135;p5"/>
          <p:cNvSpPr txBox="1"/>
          <p:nvPr>
            <p:ph idx="12" type="sldNum"/>
          </p:nvPr>
        </p:nvSpPr>
        <p:spPr>
          <a:xfrm>
            <a:off x="6457950" y="4767263"/>
            <a:ext cx="2057400" cy="273844"/>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136" name="Google Shape;136;p5"/>
          <p:cNvPicPr preferRelativeResize="0"/>
          <p:nvPr/>
        </p:nvPicPr>
        <p:blipFill rotWithShape="1">
          <a:blip r:embed="rId3">
            <a:alphaModFix/>
          </a:blip>
          <a:srcRect b="0" l="0" r="0" t="0"/>
          <a:stretch/>
        </p:blipFill>
        <p:spPr>
          <a:xfrm>
            <a:off x="112575" y="70037"/>
            <a:ext cx="2564258" cy="718788"/>
          </a:xfrm>
          <a:prstGeom prst="rect">
            <a:avLst/>
          </a:prstGeom>
          <a:noFill/>
          <a:ln>
            <a:noFill/>
          </a:ln>
        </p:spPr>
      </p:pic>
      <p:pic>
        <p:nvPicPr>
          <p:cNvPr id="137" name="Google Shape;137;p5"/>
          <p:cNvPicPr preferRelativeResize="0"/>
          <p:nvPr/>
        </p:nvPicPr>
        <p:blipFill rotWithShape="1">
          <a:blip r:embed="rId4">
            <a:alphaModFix/>
          </a:blip>
          <a:srcRect b="0" l="0" r="0" t="0"/>
          <a:stretch/>
        </p:blipFill>
        <p:spPr>
          <a:xfrm>
            <a:off x="7290715" y="72947"/>
            <a:ext cx="1782539" cy="530631"/>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6"/>
          <p:cNvSpPr txBox="1"/>
          <p:nvPr>
            <p:ph type="title"/>
          </p:nvPr>
        </p:nvSpPr>
        <p:spPr>
          <a:xfrm>
            <a:off x="3550791" y="0"/>
            <a:ext cx="2564259" cy="85725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2400"/>
              <a:buFont typeface="Calibri"/>
              <a:buNone/>
            </a:pPr>
            <a:r>
              <a:rPr b="1" lang="en-US" sz="2400">
                <a:latin typeface="Calibri"/>
                <a:ea typeface="Calibri"/>
                <a:cs typeface="Calibri"/>
                <a:sym typeface="Calibri"/>
              </a:rPr>
              <a:t>Topic Overview</a:t>
            </a:r>
            <a:endParaRPr sz="2400">
              <a:latin typeface="Calibri"/>
              <a:ea typeface="Calibri"/>
              <a:cs typeface="Calibri"/>
              <a:sym typeface="Calibri"/>
            </a:endParaRPr>
          </a:p>
        </p:txBody>
      </p:sp>
      <p:sp>
        <p:nvSpPr>
          <p:cNvPr id="143" name="Google Shape;143;p6"/>
          <p:cNvSpPr txBox="1"/>
          <p:nvPr>
            <p:ph idx="1" type="body"/>
          </p:nvPr>
        </p:nvSpPr>
        <p:spPr>
          <a:xfrm>
            <a:off x="457200" y="1046748"/>
            <a:ext cx="8229600" cy="3547875"/>
          </a:xfrm>
          <a:prstGeom prst="rect">
            <a:avLst/>
          </a:prstGeom>
          <a:noFill/>
          <a:ln>
            <a:noFill/>
          </a:ln>
        </p:spPr>
        <p:txBody>
          <a:bodyPr anchorCtr="0" anchor="t" bIns="45700" lIns="91425" spcFirstLastPara="1" rIns="91425" wrap="square" tIns="45700">
            <a:normAutofit/>
          </a:bodyPr>
          <a:lstStyle/>
          <a:p>
            <a:pPr indent="-171450" lvl="0" marL="171450" rtl="0" algn="just">
              <a:lnSpc>
                <a:spcPct val="150000"/>
              </a:lnSpc>
              <a:spcBef>
                <a:spcPts val="0"/>
              </a:spcBef>
              <a:spcAft>
                <a:spcPts val="0"/>
              </a:spcAft>
              <a:buClr>
                <a:schemeClr val="dk1"/>
              </a:buClr>
              <a:buSzPts val="1600"/>
              <a:buChar char="•"/>
            </a:pPr>
            <a:r>
              <a:rPr lang="en-US" sz="1600"/>
              <a:t>Cloud services are typically offered through three main models: </a:t>
            </a:r>
            <a:r>
              <a:rPr b="1" lang="en-US" sz="1600"/>
              <a:t>IaaS (Infrastructure as a Service)</a:t>
            </a:r>
            <a:r>
              <a:rPr lang="en-US" sz="1600"/>
              <a:t>, </a:t>
            </a:r>
            <a:r>
              <a:rPr b="1" lang="en-US" sz="1600"/>
              <a:t>PaaS (Platform as a Service)</a:t>
            </a:r>
            <a:r>
              <a:rPr lang="en-US" sz="1600"/>
              <a:t>, and </a:t>
            </a:r>
            <a:r>
              <a:rPr b="1" lang="en-US" sz="1600"/>
              <a:t>SaaS (Software as a Service)</a:t>
            </a:r>
            <a:r>
              <a:rPr lang="en-US" sz="1600"/>
              <a:t>, with deployment options including public, private, and hybrid clouds. </a:t>
            </a:r>
            <a:endParaRPr/>
          </a:p>
          <a:p>
            <a:pPr indent="-171450" lvl="0" marL="171450" rtl="0" algn="just">
              <a:lnSpc>
                <a:spcPct val="150000"/>
              </a:lnSpc>
              <a:spcBef>
                <a:spcPts val="750"/>
              </a:spcBef>
              <a:spcAft>
                <a:spcPts val="0"/>
              </a:spcAft>
              <a:buClr>
                <a:schemeClr val="dk1"/>
              </a:buClr>
              <a:buSzPts val="1600"/>
              <a:buChar char="•"/>
            </a:pPr>
            <a:r>
              <a:rPr lang="en-US" sz="1600"/>
              <a:t>This technology has become essential in enabling businesses and individuals to efficiently store, process, and access data and applications anytime, anywhere, promoting innovation, collaboration, and cost efficiency.</a:t>
            </a:r>
            <a:endParaRPr/>
          </a:p>
          <a:p>
            <a:pPr indent="-171450" lvl="0" marL="171450" rtl="0" algn="just">
              <a:lnSpc>
                <a:spcPct val="150000"/>
              </a:lnSpc>
              <a:spcBef>
                <a:spcPts val="750"/>
              </a:spcBef>
              <a:spcAft>
                <a:spcPts val="0"/>
              </a:spcAft>
              <a:buClr>
                <a:schemeClr val="dk1"/>
              </a:buClr>
              <a:buSzPts val="1600"/>
              <a:buChar char="•"/>
            </a:pPr>
            <a:r>
              <a:rPr lang="en-US" sz="1600"/>
              <a:t>These paradigms enable parallel processing and resource sharing, improving performance, scalability, and fault tolerance. </a:t>
            </a:r>
            <a:endParaRPr/>
          </a:p>
        </p:txBody>
      </p:sp>
      <p:sp>
        <p:nvSpPr>
          <p:cNvPr id="144" name="Google Shape;144;p6"/>
          <p:cNvSpPr txBox="1"/>
          <p:nvPr>
            <p:ph idx="11" type="ftr"/>
          </p:nvPr>
        </p:nvSpPr>
        <p:spPr>
          <a:xfrm>
            <a:off x="3028950" y="4767263"/>
            <a:ext cx="3086100" cy="273844"/>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Department of Computer Application </a:t>
            </a:r>
            <a:endParaRPr/>
          </a:p>
        </p:txBody>
      </p:sp>
      <p:sp>
        <p:nvSpPr>
          <p:cNvPr id="145" name="Google Shape;145;p6"/>
          <p:cNvSpPr txBox="1"/>
          <p:nvPr>
            <p:ph idx="12" type="sldNum"/>
          </p:nvPr>
        </p:nvSpPr>
        <p:spPr>
          <a:xfrm>
            <a:off x="6457950" y="4767263"/>
            <a:ext cx="2057400" cy="273844"/>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146" name="Google Shape;146;p6"/>
          <p:cNvPicPr preferRelativeResize="0"/>
          <p:nvPr/>
        </p:nvPicPr>
        <p:blipFill rotWithShape="1">
          <a:blip r:embed="rId3">
            <a:alphaModFix/>
          </a:blip>
          <a:srcRect b="0" l="0" r="0" t="0"/>
          <a:stretch/>
        </p:blipFill>
        <p:spPr>
          <a:xfrm>
            <a:off x="112575" y="70037"/>
            <a:ext cx="2564258" cy="718788"/>
          </a:xfrm>
          <a:prstGeom prst="rect">
            <a:avLst/>
          </a:prstGeom>
          <a:noFill/>
          <a:ln>
            <a:noFill/>
          </a:ln>
        </p:spPr>
      </p:pic>
      <p:pic>
        <p:nvPicPr>
          <p:cNvPr id="147" name="Google Shape;147;p6"/>
          <p:cNvPicPr preferRelativeResize="0"/>
          <p:nvPr/>
        </p:nvPicPr>
        <p:blipFill rotWithShape="1">
          <a:blip r:embed="rId4">
            <a:alphaModFix/>
          </a:blip>
          <a:srcRect b="0" l="0" r="0" t="0"/>
          <a:stretch/>
        </p:blipFill>
        <p:spPr>
          <a:xfrm>
            <a:off x="7290715" y="72947"/>
            <a:ext cx="1782539" cy="530631"/>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7"/>
          <p:cNvSpPr txBox="1"/>
          <p:nvPr>
            <p:ph type="title"/>
          </p:nvPr>
        </p:nvSpPr>
        <p:spPr>
          <a:xfrm>
            <a:off x="2743200" y="205979"/>
            <a:ext cx="4436706" cy="857250"/>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Clr>
                <a:schemeClr val="dk1"/>
              </a:buClr>
              <a:buSzPts val="2400"/>
              <a:buFont typeface="Calibri"/>
              <a:buNone/>
            </a:pPr>
            <a:r>
              <a:rPr b="1" lang="en-US" sz="2400"/>
              <a:t>Brief of what the presentation will</a:t>
            </a:r>
            <a:endParaRPr sz="2400"/>
          </a:p>
        </p:txBody>
      </p:sp>
      <p:sp>
        <p:nvSpPr>
          <p:cNvPr id="153" name="Google Shape;153;p7"/>
          <p:cNvSpPr txBox="1"/>
          <p:nvPr>
            <p:ph idx="1" type="body"/>
          </p:nvPr>
        </p:nvSpPr>
        <p:spPr>
          <a:xfrm>
            <a:off x="628650" y="1369219"/>
            <a:ext cx="7886700" cy="3263504"/>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100"/>
              <a:buNone/>
            </a:pPr>
            <a:r>
              <a:rPr lang="en-US"/>
              <a:t>The presentation will cover the following points:</a:t>
            </a:r>
            <a:endParaRPr/>
          </a:p>
          <a:p>
            <a:pPr indent="-171450" lvl="0" marL="171450" rtl="0" algn="l">
              <a:lnSpc>
                <a:spcPct val="90000"/>
              </a:lnSpc>
              <a:spcBef>
                <a:spcPts val="750"/>
              </a:spcBef>
              <a:spcAft>
                <a:spcPts val="0"/>
              </a:spcAft>
              <a:buClr>
                <a:srgbClr val="000000"/>
              </a:buClr>
              <a:buSzPts val="1800"/>
              <a:buFont typeface="Calibri"/>
              <a:buAutoNum type="arabicPeriod"/>
            </a:pPr>
            <a:r>
              <a:rPr b="1" i="0" lang="en-US" sz="1800" u="none" strike="noStrike">
                <a:solidFill>
                  <a:srgbClr val="000000"/>
                </a:solidFill>
              </a:rPr>
              <a:t>Introduction to Cloud Computing</a:t>
            </a:r>
            <a:endParaRPr/>
          </a:p>
          <a:p>
            <a:pPr indent="-171450" lvl="0" marL="171450" rtl="0" algn="l">
              <a:lnSpc>
                <a:spcPct val="90000"/>
              </a:lnSpc>
              <a:spcBef>
                <a:spcPts val="750"/>
              </a:spcBef>
              <a:spcAft>
                <a:spcPts val="0"/>
              </a:spcAft>
              <a:buClr>
                <a:srgbClr val="000000"/>
              </a:buClr>
              <a:buSzPts val="1800"/>
              <a:buFont typeface="Calibri"/>
              <a:buAutoNum type="arabicPeriod"/>
            </a:pPr>
            <a:r>
              <a:rPr b="1" i="0" lang="en-US" sz="1800" u="none" strike="noStrike">
                <a:solidFill>
                  <a:srgbClr val="000000"/>
                </a:solidFill>
              </a:rPr>
              <a:t>Vision of Cloud Computing</a:t>
            </a:r>
            <a:endParaRPr/>
          </a:p>
          <a:p>
            <a:pPr indent="-171450" lvl="0" marL="171450" rtl="0" algn="l">
              <a:lnSpc>
                <a:spcPct val="90000"/>
              </a:lnSpc>
              <a:spcBef>
                <a:spcPts val="750"/>
              </a:spcBef>
              <a:spcAft>
                <a:spcPts val="0"/>
              </a:spcAft>
              <a:buClr>
                <a:srgbClr val="000000"/>
              </a:buClr>
              <a:buSzPts val="1800"/>
              <a:buFont typeface="Calibri"/>
              <a:buAutoNum type="arabicPeriod"/>
            </a:pPr>
            <a:r>
              <a:rPr b="1" i="0" lang="en-US" sz="1800" u="none" strike="noStrike">
                <a:solidFill>
                  <a:srgbClr val="000000"/>
                </a:solidFill>
              </a:rPr>
              <a:t>Defining a Cloud</a:t>
            </a:r>
            <a:endParaRPr/>
          </a:p>
          <a:p>
            <a:pPr indent="-171450" lvl="0" marL="171450" rtl="0" algn="l">
              <a:lnSpc>
                <a:spcPct val="90000"/>
              </a:lnSpc>
              <a:spcBef>
                <a:spcPts val="750"/>
              </a:spcBef>
              <a:spcAft>
                <a:spcPts val="0"/>
              </a:spcAft>
              <a:buClr>
                <a:srgbClr val="000000"/>
              </a:buClr>
              <a:buSzPts val="1800"/>
              <a:buFont typeface="Calibri"/>
              <a:buAutoNum type="arabicPeriod"/>
            </a:pPr>
            <a:r>
              <a:rPr b="1" i="0" lang="en-US" sz="1800" u="none" strike="noStrike">
                <a:solidFill>
                  <a:srgbClr val="000000"/>
                </a:solidFill>
              </a:rPr>
              <a:t>Characteristics</a:t>
            </a:r>
            <a:endParaRPr/>
          </a:p>
          <a:p>
            <a:pPr indent="-171450" lvl="0" marL="171450" rtl="0" algn="l">
              <a:lnSpc>
                <a:spcPct val="90000"/>
              </a:lnSpc>
              <a:spcBef>
                <a:spcPts val="750"/>
              </a:spcBef>
              <a:spcAft>
                <a:spcPts val="0"/>
              </a:spcAft>
              <a:buClr>
                <a:srgbClr val="000000"/>
              </a:buClr>
              <a:buSzPts val="1800"/>
              <a:buFont typeface="Calibri"/>
              <a:buAutoNum type="arabicPeriod"/>
            </a:pPr>
            <a:r>
              <a:rPr b="1" i="0" lang="en-US" sz="1800" u="none" strike="noStrike">
                <a:solidFill>
                  <a:srgbClr val="000000"/>
                </a:solidFill>
              </a:rPr>
              <a:t>Benefits of Cloud Computing </a:t>
            </a:r>
            <a:endParaRPr/>
          </a:p>
          <a:p>
            <a:pPr indent="-171450" lvl="0" marL="171450" rtl="0" algn="l">
              <a:lnSpc>
                <a:spcPct val="90000"/>
              </a:lnSpc>
              <a:spcBef>
                <a:spcPts val="750"/>
              </a:spcBef>
              <a:spcAft>
                <a:spcPts val="0"/>
              </a:spcAft>
              <a:buClr>
                <a:srgbClr val="000000"/>
              </a:buClr>
              <a:buSzPts val="1800"/>
              <a:buFont typeface="Calibri"/>
              <a:buAutoNum type="arabicPeriod"/>
            </a:pPr>
            <a:r>
              <a:rPr b="1" i="0" lang="en-US" sz="1800" u="none" strike="noStrike">
                <a:solidFill>
                  <a:srgbClr val="000000"/>
                </a:solidFill>
              </a:rPr>
              <a:t>Cloud Reference Model</a:t>
            </a:r>
            <a:endParaRPr/>
          </a:p>
          <a:p>
            <a:pPr indent="-171450" lvl="0" marL="171450" rtl="0" algn="l">
              <a:lnSpc>
                <a:spcPct val="90000"/>
              </a:lnSpc>
              <a:spcBef>
                <a:spcPts val="750"/>
              </a:spcBef>
              <a:spcAft>
                <a:spcPts val="0"/>
              </a:spcAft>
              <a:buClr>
                <a:srgbClr val="000000"/>
              </a:buClr>
              <a:buSzPts val="1800"/>
              <a:buFont typeface="Calibri"/>
              <a:buAutoNum type="arabicPeriod"/>
            </a:pPr>
            <a:r>
              <a:rPr b="1" i="0" lang="en-US" sz="1800" u="none" strike="noStrike">
                <a:solidFill>
                  <a:srgbClr val="000000"/>
                </a:solidFill>
              </a:rPr>
              <a:t>Deployment Model</a:t>
            </a:r>
            <a:endParaRPr/>
          </a:p>
          <a:p>
            <a:pPr indent="-171450" lvl="0" marL="171450" rtl="0" algn="l">
              <a:lnSpc>
                <a:spcPct val="90000"/>
              </a:lnSpc>
              <a:spcBef>
                <a:spcPts val="750"/>
              </a:spcBef>
              <a:spcAft>
                <a:spcPts val="0"/>
              </a:spcAft>
              <a:buClr>
                <a:srgbClr val="000000"/>
              </a:buClr>
              <a:buSzPts val="1800"/>
              <a:buFont typeface="Calibri"/>
              <a:buAutoNum type="arabicPeriod"/>
            </a:pPr>
            <a:r>
              <a:rPr b="1" i="0" lang="en-US" sz="1800" u="none" strike="noStrike">
                <a:solidFill>
                  <a:srgbClr val="000000"/>
                </a:solidFill>
              </a:rPr>
              <a:t>Challenges ahead 	</a:t>
            </a:r>
            <a:endParaRPr/>
          </a:p>
          <a:p>
            <a:pPr indent="-19050" lvl="0" marL="171450" rtl="0" algn="l">
              <a:lnSpc>
                <a:spcPct val="90000"/>
              </a:lnSpc>
              <a:spcBef>
                <a:spcPts val="750"/>
              </a:spcBef>
              <a:spcAft>
                <a:spcPts val="0"/>
              </a:spcAft>
              <a:buClr>
                <a:schemeClr val="dk1"/>
              </a:buClr>
              <a:buSzPts val="2400"/>
              <a:buFont typeface="Calibri"/>
              <a:buNone/>
            </a:pPr>
            <a:r>
              <a:t/>
            </a:r>
            <a:endParaRPr b="1" sz="2400">
              <a:solidFill>
                <a:srgbClr val="000000"/>
              </a:solidFill>
              <a:latin typeface="Calibri"/>
              <a:ea typeface="Calibri"/>
              <a:cs typeface="Calibri"/>
              <a:sym typeface="Calibri"/>
            </a:endParaRPr>
          </a:p>
        </p:txBody>
      </p:sp>
      <p:sp>
        <p:nvSpPr>
          <p:cNvPr id="154" name="Google Shape;154;p7"/>
          <p:cNvSpPr txBox="1"/>
          <p:nvPr>
            <p:ph idx="11" type="ftr"/>
          </p:nvPr>
        </p:nvSpPr>
        <p:spPr>
          <a:xfrm>
            <a:off x="3028950" y="4767263"/>
            <a:ext cx="3086100" cy="273844"/>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Department of Computer Application </a:t>
            </a:r>
            <a:endParaRPr/>
          </a:p>
        </p:txBody>
      </p:sp>
      <p:sp>
        <p:nvSpPr>
          <p:cNvPr id="155" name="Google Shape;155;p7"/>
          <p:cNvSpPr txBox="1"/>
          <p:nvPr>
            <p:ph idx="12" type="sldNum"/>
          </p:nvPr>
        </p:nvSpPr>
        <p:spPr>
          <a:xfrm>
            <a:off x="6457950" y="4767263"/>
            <a:ext cx="2057400" cy="273844"/>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156" name="Google Shape;156;p7"/>
          <p:cNvPicPr preferRelativeResize="0"/>
          <p:nvPr/>
        </p:nvPicPr>
        <p:blipFill rotWithShape="1">
          <a:blip r:embed="rId3">
            <a:alphaModFix/>
          </a:blip>
          <a:srcRect b="0" l="0" r="0" t="0"/>
          <a:stretch/>
        </p:blipFill>
        <p:spPr>
          <a:xfrm>
            <a:off x="112575" y="70037"/>
            <a:ext cx="2564258" cy="718788"/>
          </a:xfrm>
          <a:prstGeom prst="rect">
            <a:avLst/>
          </a:prstGeom>
          <a:noFill/>
          <a:ln>
            <a:noFill/>
          </a:ln>
        </p:spPr>
      </p:pic>
      <p:pic>
        <p:nvPicPr>
          <p:cNvPr id="157" name="Google Shape;157;p7"/>
          <p:cNvPicPr preferRelativeResize="0"/>
          <p:nvPr/>
        </p:nvPicPr>
        <p:blipFill rotWithShape="1">
          <a:blip r:embed="rId4">
            <a:alphaModFix/>
          </a:blip>
          <a:srcRect b="0" l="0" r="0" t="0"/>
          <a:stretch/>
        </p:blipFill>
        <p:spPr>
          <a:xfrm>
            <a:off x="7290715" y="72947"/>
            <a:ext cx="1782539" cy="530631"/>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8"/>
          <p:cNvSpPr txBox="1"/>
          <p:nvPr>
            <p:ph type="title"/>
          </p:nvPr>
        </p:nvSpPr>
        <p:spPr>
          <a:xfrm>
            <a:off x="2744425" y="70021"/>
            <a:ext cx="4478700" cy="6885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2400"/>
              <a:buFont typeface="Calibri"/>
              <a:buNone/>
            </a:pPr>
            <a:r>
              <a:rPr b="1" lang="en-US" sz="2400">
                <a:latin typeface="Calibri"/>
                <a:ea typeface="Calibri"/>
                <a:cs typeface="Calibri"/>
                <a:sym typeface="Calibri"/>
              </a:rPr>
              <a:t>Importance of the topic</a:t>
            </a:r>
            <a:endParaRPr sz="2400">
              <a:latin typeface="Calibri"/>
              <a:ea typeface="Calibri"/>
              <a:cs typeface="Calibri"/>
              <a:sym typeface="Calibri"/>
            </a:endParaRPr>
          </a:p>
        </p:txBody>
      </p:sp>
      <p:sp>
        <p:nvSpPr>
          <p:cNvPr id="163" name="Google Shape;163;p8"/>
          <p:cNvSpPr txBox="1"/>
          <p:nvPr>
            <p:ph idx="1" type="body"/>
          </p:nvPr>
        </p:nvSpPr>
        <p:spPr>
          <a:xfrm>
            <a:off x="457200" y="1046747"/>
            <a:ext cx="8229600" cy="3723425"/>
          </a:xfrm>
          <a:prstGeom prst="rect">
            <a:avLst/>
          </a:prstGeom>
          <a:noFill/>
          <a:ln>
            <a:noFill/>
          </a:ln>
        </p:spPr>
        <p:txBody>
          <a:bodyPr anchorCtr="0" anchor="t" bIns="45700" lIns="91425" spcFirstLastPara="1" rIns="91425" wrap="square" tIns="45700">
            <a:normAutofit/>
          </a:bodyPr>
          <a:lstStyle/>
          <a:p>
            <a:pPr indent="-171450" lvl="0" marL="171450" rtl="0" algn="just">
              <a:lnSpc>
                <a:spcPct val="90000"/>
              </a:lnSpc>
              <a:spcBef>
                <a:spcPts val="0"/>
              </a:spcBef>
              <a:spcAft>
                <a:spcPts val="0"/>
              </a:spcAft>
              <a:buClr>
                <a:schemeClr val="dk1"/>
              </a:buClr>
              <a:buSzPts val="2000"/>
              <a:buChar char="•"/>
            </a:pPr>
            <a:r>
              <a:rPr b="1" lang="en-US" sz="2000"/>
              <a:t>Scalability and Flexibility</a:t>
            </a:r>
            <a:r>
              <a:rPr lang="en-US" sz="2000"/>
              <a:t>: Cloud computing provides on-demand access to a vast range of resources, enabling businesses to scale up or down based on their needs.</a:t>
            </a:r>
            <a:endParaRPr/>
          </a:p>
          <a:p>
            <a:pPr indent="-171450" lvl="0" marL="171450" rtl="0" algn="just">
              <a:lnSpc>
                <a:spcPct val="90000"/>
              </a:lnSpc>
              <a:spcBef>
                <a:spcPts val="750"/>
              </a:spcBef>
              <a:spcAft>
                <a:spcPts val="0"/>
              </a:spcAft>
              <a:buClr>
                <a:schemeClr val="dk1"/>
              </a:buClr>
              <a:buSzPts val="2000"/>
              <a:buChar char="•"/>
            </a:pPr>
            <a:r>
              <a:rPr b="1" lang="en-US" sz="2000"/>
              <a:t>Cost Efficiency</a:t>
            </a:r>
            <a:r>
              <a:rPr lang="en-US" sz="2000"/>
              <a:t>: By using cloud services, businesses can significantly reduce costs associated with maintaining and upgrading physical hardware.</a:t>
            </a:r>
            <a:endParaRPr/>
          </a:p>
          <a:p>
            <a:pPr indent="-171450" lvl="0" marL="171450" rtl="0" algn="just">
              <a:lnSpc>
                <a:spcPct val="90000"/>
              </a:lnSpc>
              <a:spcBef>
                <a:spcPts val="750"/>
              </a:spcBef>
              <a:spcAft>
                <a:spcPts val="0"/>
              </a:spcAft>
              <a:buClr>
                <a:schemeClr val="dk1"/>
              </a:buClr>
              <a:buSzPts val="2000"/>
              <a:buChar char="•"/>
            </a:pPr>
            <a:r>
              <a:rPr b="1" lang="en-US" sz="2000"/>
              <a:t>Accessibility and Collaboration</a:t>
            </a:r>
            <a:r>
              <a:rPr lang="en-US" sz="2000"/>
              <a:t>: Cloud computing allows users to access data and applications from any device with an internet connection, facilitating remote work and global collaboration. This enhances productivity, supports flexible work environments, and enables real-time collaboration across teams and locations.</a:t>
            </a:r>
            <a:endParaRPr sz="2000"/>
          </a:p>
        </p:txBody>
      </p:sp>
      <p:sp>
        <p:nvSpPr>
          <p:cNvPr id="164" name="Google Shape;164;p8"/>
          <p:cNvSpPr txBox="1"/>
          <p:nvPr>
            <p:ph idx="11" type="ftr"/>
          </p:nvPr>
        </p:nvSpPr>
        <p:spPr>
          <a:xfrm>
            <a:off x="3028950" y="4767263"/>
            <a:ext cx="3086100" cy="273844"/>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Department of Computer Application </a:t>
            </a:r>
            <a:endParaRPr/>
          </a:p>
        </p:txBody>
      </p:sp>
      <p:sp>
        <p:nvSpPr>
          <p:cNvPr id="165" name="Google Shape;165;p8"/>
          <p:cNvSpPr txBox="1"/>
          <p:nvPr>
            <p:ph idx="12" type="sldNum"/>
          </p:nvPr>
        </p:nvSpPr>
        <p:spPr>
          <a:xfrm>
            <a:off x="6457950" y="4767263"/>
            <a:ext cx="2057400" cy="273844"/>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166" name="Google Shape;166;p8"/>
          <p:cNvPicPr preferRelativeResize="0"/>
          <p:nvPr/>
        </p:nvPicPr>
        <p:blipFill rotWithShape="1">
          <a:blip r:embed="rId3">
            <a:alphaModFix/>
          </a:blip>
          <a:srcRect b="0" l="0" r="0" t="0"/>
          <a:stretch/>
        </p:blipFill>
        <p:spPr>
          <a:xfrm>
            <a:off x="112575" y="70037"/>
            <a:ext cx="2564258" cy="718788"/>
          </a:xfrm>
          <a:prstGeom prst="rect">
            <a:avLst/>
          </a:prstGeom>
          <a:noFill/>
          <a:ln>
            <a:noFill/>
          </a:ln>
        </p:spPr>
      </p:pic>
      <p:pic>
        <p:nvPicPr>
          <p:cNvPr id="167" name="Google Shape;167;p8"/>
          <p:cNvPicPr preferRelativeResize="0"/>
          <p:nvPr/>
        </p:nvPicPr>
        <p:blipFill rotWithShape="1">
          <a:blip r:embed="rId4">
            <a:alphaModFix/>
          </a:blip>
          <a:srcRect b="0" l="0" r="0" t="0"/>
          <a:stretch/>
        </p:blipFill>
        <p:spPr>
          <a:xfrm>
            <a:off x="7290715" y="72947"/>
            <a:ext cx="1782539" cy="530631"/>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9"/>
          <p:cNvSpPr txBox="1"/>
          <p:nvPr>
            <p:ph type="title"/>
          </p:nvPr>
        </p:nvSpPr>
        <p:spPr>
          <a:xfrm>
            <a:off x="2744425" y="70022"/>
            <a:ext cx="4478700" cy="7188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2400"/>
              <a:buFont typeface="Calibri"/>
              <a:buNone/>
            </a:pPr>
            <a:r>
              <a:rPr b="1" lang="en-US" sz="2400">
                <a:latin typeface="Calibri"/>
                <a:ea typeface="Calibri"/>
                <a:cs typeface="Calibri"/>
                <a:sym typeface="Calibri"/>
              </a:rPr>
              <a:t>Detail Topics</a:t>
            </a:r>
            <a:endParaRPr sz="2400">
              <a:latin typeface="Calibri"/>
              <a:ea typeface="Calibri"/>
              <a:cs typeface="Calibri"/>
              <a:sym typeface="Calibri"/>
            </a:endParaRPr>
          </a:p>
        </p:txBody>
      </p:sp>
      <p:sp>
        <p:nvSpPr>
          <p:cNvPr id="173" name="Google Shape;173;p9"/>
          <p:cNvSpPr txBox="1"/>
          <p:nvPr>
            <p:ph idx="1" type="body"/>
          </p:nvPr>
        </p:nvSpPr>
        <p:spPr>
          <a:xfrm>
            <a:off x="628650" y="1200150"/>
            <a:ext cx="4705350" cy="3432573"/>
          </a:xfrm>
          <a:prstGeom prst="rect">
            <a:avLst/>
          </a:prstGeom>
          <a:noFill/>
          <a:ln>
            <a:noFill/>
          </a:ln>
        </p:spPr>
        <p:txBody>
          <a:bodyPr anchorCtr="0" anchor="t" bIns="45700" lIns="91425" spcFirstLastPara="1" rIns="91425" wrap="square" tIns="45700">
            <a:normAutofit lnSpcReduction="10000"/>
          </a:bodyPr>
          <a:lstStyle/>
          <a:p>
            <a:pPr indent="-171450" lvl="0" marL="171450" rtl="0" algn="just">
              <a:lnSpc>
                <a:spcPct val="90000"/>
              </a:lnSpc>
              <a:spcBef>
                <a:spcPts val="0"/>
              </a:spcBef>
              <a:spcAft>
                <a:spcPts val="0"/>
              </a:spcAft>
              <a:buClr>
                <a:schemeClr val="dk1"/>
              </a:buClr>
              <a:buSzPts val="2000"/>
              <a:buChar char="•"/>
            </a:pPr>
            <a:r>
              <a:rPr lang="en-US" sz="2000"/>
              <a:t>Computing is being transformed into a model consisting of services that are commoditized and delivered in a manner similar to utilities such as water, electricity, gas, and telephony.</a:t>
            </a:r>
            <a:endParaRPr/>
          </a:p>
          <a:p>
            <a:pPr indent="-171450" lvl="0" marL="171450" rtl="0" algn="just">
              <a:lnSpc>
                <a:spcPct val="90000"/>
              </a:lnSpc>
              <a:spcBef>
                <a:spcPts val="750"/>
              </a:spcBef>
              <a:spcAft>
                <a:spcPts val="0"/>
              </a:spcAft>
              <a:buClr>
                <a:schemeClr val="dk1"/>
              </a:buClr>
              <a:buSzPts val="2000"/>
              <a:buChar char="•"/>
            </a:pPr>
            <a:r>
              <a:rPr lang="en-US" sz="2000"/>
              <a:t>In such a model, users access services based on their requirements, regardless of where the services are hosted.</a:t>
            </a:r>
            <a:endParaRPr b="1" sz="2000"/>
          </a:p>
          <a:p>
            <a:pPr indent="-171450" lvl="0" marL="171450" rtl="0" algn="just">
              <a:lnSpc>
                <a:spcPct val="90000"/>
              </a:lnSpc>
              <a:spcBef>
                <a:spcPts val="750"/>
              </a:spcBef>
              <a:spcAft>
                <a:spcPts val="0"/>
              </a:spcAft>
              <a:buClr>
                <a:schemeClr val="dk1"/>
              </a:buClr>
              <a:buSzPts val="2000"/>
              <a:buChar char="•"/>
            </a:pPr>
            <a:r>
              <a:rPr b="1" lang="en-US" sz="2000"/>
              <a:t>Cloud computing is the most recent emerging paradigm promising to turn the vision of “computing utilities” into a reality. </a:t>
            </a:r>
            <a:endParaRPr/>
          </a:p>
          <a:p>
            <a:pPr indent="-57150" lvl="0" marL="171450" rtl="0" algn="l">
              <a:lnSpc>
                <a:spcPct val="90000"/>
              </a:lnSpc>
              <a:spcBef>
                <a:spcPts val="750"/>
              </a:spcBef>
              <a:spcAft>
                <a:spcPts val="0"/>
              </a:spcAft>
              <a:buClr>
                <a:schemeClr val="dk1"/>
              </a:buClr>
              <a:buSzPts val="1800"/>
              <a:buNone/>
            </a:pPr>
            <a:r>
              <a:t/>
            </a:r>
            <a:endParaRPr sz="1800"/>
          </a:p>
        </p:txBody>
      </p:sp>
      <p:sp>
        <p:nvSpPr>
          <p:cNvPr id="174" name="Google Shape;174;p9"/>
          <p:cNvSpPr txBox="1"/>
          <p:nvPr>
            <p:ph idx="11" type="ftr"/>
          </p:nvPr>
        </p:nvSpPr>
        <p:spPr>
          <a:xfrm>
            <a:off x="3028950" y="4767263"/>
            <a:ext cx="3086100" cy="273844"/>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Department of Computer Application </a:t>
            </a:r>
            <a:endParaRPr/>
          </a:p>
        </p:txBody>
      </p:sp>
      <p:sp>
        <p:nvSpPr>
          <p:cNvPr id="175" name="Google Shape;175;p9"/>
          <p:cNvSpPr txBox="1"/>
          <p:nvPr>
            <p:ph idx="12" type="sldNum"/>
          </p:nvPr>
        </p:nvSpPr>
        <p:spPr>
          <a:xfrm>
            <a:off x="6457950" y="4767263"/>
            <a:ext cx="2057400" cy="273844"/>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176" name="Google Shape;176;p9"/>
          <p:cNvPicPr preferRelativeResize="0"/>
          <p:nvPr/>
        </p:nvPicPr>
        <p:blipFill rotWithShape="1">
          <a:blip r:embed="rId3">
            <a:alphaModFix/>
          </a:blip>
          <a:srcRect b="0" l="0" r="0" t="0"/>
          <a:stretch/>
        </p:blipFill>
        <p:spPr>
          <a:xfrm>
            <a:off x="112575" y="70037"/>
            <a:ext cx="2564258" cy="718788"/>
          </a:xfrm>
          <a:prstGeom prst="rect">
            <a:avLst/>
          </a:prstGeom>
          <a:noFill/>
          <a:ln>
            <a:noFill/>
          </a:ln>
        </p:spPr>
      </p:pic>
      <p:pic>
        <p:nvPicPr>
          <p:cNvPr id="177" name="Google Shape;177;p9"/>
          <p:cNvPicPr preferRelativeResize="0"/>
          <p:nvPr/>
        </p:nvPicPr>
        <p:blipFill rotWithShape="1">
          <a:blip r:embed="rId4">
            <a:alphaModFix/>
          </a:blip>
          <a:srcRect b="0" l="0" r="0" t="0"/>
          <a:stretch/>
        </p:blipFill>
        <p:spPr>
          <a:xfrm>
            <a:off x="7290715" y="72947"/>
            <a:ext cx="1782539" cy="530631"/>
          </a:xfrm>
          <a:prstGeom prst="rect">
            <a:avLst/>
          </a:prstGeom>
          <a:noFill/>
          <a:ln>
            <a:noFill/>
          </a:ln>
        </p:spPr>
      </p:pic>
      <p:sp>
        <p:nvSpPr>
          <p:cNvPr id="178" name="Google Shape;178;p9"/>
          <p:cNvSpPr txBox="1"/>
          <p:nvPr/>
        </p:nvSpPr>
        <p:spPr>
          <a:xfrm>
            <a:off x="2107940" y="2439624"/>
            <a:ext cx="2201906" cy="1598975"/>
          </a:xfrm>
          <a:prstGeom prst="rect">
            <a:avLst/>
          </a:prstGeom>
          <a:noFill/>
          <a:ln>
            <a:noFill/>
          </a:ln>
        </p:spPr>
        <p:txBody>
          <a:bodyPr anchorCtr="0" anchor="t" bIns="45700" lIns="91425" spcFirstLastPara="1" rIns="91425" wrap="square" tIns="45700">
            <a:normAutofit/>
          </a:bodyPr>
          <a:lstStyle/>
          <a:p>
            <a:pPr indent="0" lvl="0" marL="114300" marR="0" rtl="0" algn="just">
              <a:lnSpc>
                <a:spcPct val="90000"/>
              </a:lnSpc>
              <a:spcBef>
                <a:spcPts val="0"/>
              </a:spcBef>
              <a:spcAft>
                <a:spcPts val="0"/>
              </a:spcAft>
              <a:buClr>
                <a:schemeClr val="dk1"/>
              </a:buClr>
              <a:buSzPts val="2100"/>
              <a:buFont typeface="Arial"/>
              <a:buNone/>
            </a:pPr>
            <a:r>
              <a:t/>
            </a:r>
            <a:endParaRPr sz="2100">
              <a:solidFill>
                <a:schemeClr val="dk1"/>
              </a:solidFill>
              <a:latin typeface="Calibri"/>
              <a:ea typeface="Calibri"/>
              <a:cs typeface="Calibri"/>
              <a:sym typeface="Calibri"/>
            </a:endParaRPr>
          </a:p>
          <a:p>
            <a:pPr indent="0" lvl="0" marL="114300" marR="0" rtl="0" algn="just">
              <a:lnSpc>
                <a:spcPct val="90000"/>
              </a:lnSpc>
              <a:spcBef>
                <a:spcPts val="750"/>
              </a:spcBef>
              <a:spcAft>
                <a:spcPts val="0"/>
              </a:spcAft>
              <a:buClr>
                <a:schemeClr val="dk1"/>
              </a:buClr>
              <a:buSzPts val="2100"/>
              <a:buFont typeface="Arial"/>
              <a:buNone/>
            </a:pPr>
            <a:r>
              <a:t/>
            </a:r>
            <a:endParaRPr sz="2100">
              <a:solidFill>
                <a:schemeClr val="dk1"/>
              </a:solidFill>
              <a:latin typeface="Calibri"/>
              <a:ea typeface="Calibri"/>
              <a:cs typeface="Calibri"/>
              <a:sym typeface="Calibri"/>
            </a:endParaRPr>
          </a:p>
        </p:txBody>
      </p:sp>
      <p:pic>
        <p:nvPicPr>
          <p:cNvPr descr="C:\Users\LAPTOP HOUSE\Desktop\best-cloud-computing-services1.png" id="179" name="Google Shape;179;p9"/>
          <p:cNvPicPr preferRelativeResize="0"/>
          <p:nvPr/>
        </p:nvPicPr>
        <p:blipFill rotWithShape="1">
          <a:blip r:embed="rId5">
            <a:alphaModFix/>
          </a:blip>
          <a:srcRect b="0" l="0" r="0" t="0"/>
          <a:stretch/>
        </p:blipFill>
        <p:spPr>
          <a:xfrm>
            <a:off x="5334000" y="1200151"/>
            <a:ext cx="3505200" cy="30480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p10"/>
          <p:cNvSpPr txBox="1"/>
          <p:nvPr>
            <p:ph type="title"/>
          </p:nvPr>
        </p:nvSpPr>
        <p:spPr>
          <a:xfrm>
            <a:off x="2809494" y="337510"/>
            <a:ext cx="4048506" cy="381515"/>
          </a:xfrm>
          <a:prstGeom prst="rect">
            <a:avLst/>
          </a:prstGeom>
          <a:noFill/>
          <a:ln>
            <a:noFill/>
          </a:ln>
        </p:spPr>
        <p:txBody>
          <a:bodyPr anchorCtr="0" anchor="ctr" bIns="0" lIns="0" spcFirstLastPara="1" rIns="0" wrap="square" tIns="12050">
            <a:spAutoFit/>
          </a:bodyPr>
          <a:lstStyle/>
          <a:p>
            <a:pPr indent="0" lvl="0" marL="12700" rtl="0" algn="ctr">
              <a:lnSpc>
                <a:spcPct val="100000"/>
              </a:lnSpc>
              <a:spcBef>
                <a:spcPts val="0"/>
              </a:spcBef>
              <a:spcAft>
                <a:spcPts val="0"/>
              </a:spcAft>
              <a:buClr>
                <a:schemeClr val="dk1"/>
              </a:buClr>
              <a:buSzPts val="2400"/>
              <a:buFont typeface="Calibri"/>
              <a:buNone/>
            </a:pPr>
            <a:r>
              <a:rPr b="1" lang="en-US" sz="2400">
                <a:solidFill>
                  <a:schemeClr val="dk1"/>
                </a:solidFill>
              </a:rPr>
              <a:t>The vision of cloud computing</a:t>
            </a:r>
            <a:endParaRPr b="1" sz="2400"/>
          </a:p>
        </p:txBody>
      </p:sp>
      <p:sp>
        <p:nvSpPr>
          <p:cNvPr id="185" name="Google Shape;185;p10"/>
          <p:cNvSpPr txBox="1"/>
          <p:nvPr>
            <p:ph idx="12" type="sldNum"/>
          </p:nvPr>
        </p:nvSpPr>
        <p:spPr>
          <a:xfrm>
            <a:off x="6457950" y="4767263"/>
            <a:ext cx="2057400" cy="273844"/>
          </a:xfrm>
          <a:prstGeom prst="rect">
            <a:avLst/>
          </a:prstGeom>
          <a:noFill/>
          <a:ln>
            <a:noFill/>
          </a:ln>
        </p:spPr>
        <p:txBody>
          <a:bodyPr anchorCtr="0" anchor="ctr" bIns="0" lIns="0" spcFirstLastPara="1" rIns="0" wrap="square" tIns="0">
            <a:spAutoFit/>
          </a:bodyPr>
          <a:lstStyle/>
          <a:p>
            <a:pPr indent="0" lvl="0" marL="38100" rtl="0" algn="r">
              <a:lnSpc>
                <a:spcPct val="137777"/>
              </a:lnSpc>
              <a:spcBef>
                <a:spcPts val="0"/>
              </a:spcBef>
              <a:spcAft>
                <a:spcPts val="0"/>
              </a:spcAft>
              <a:buNone/>
            </a:pPr>
            <a:r>
              <a:rPr lang="en-US"/>
              <a:t>7</a:t>
            </a:r>
            <a:endParaRPr/>
          </a:p>
        </p:txBody>
      </p:sp>
      <p:sp>
        <p:nvSpPr>
          <p:cNvPr id="186" name="Google Shape;186;p10"/>
          <p:cNvSpPr txBox="1"/>
          <p:nvPr>
            <p:ph idx="11" type="ftr"/>
          </p:nvPr>
        </p:nvSpPr>
        <p:spPr>
          <a:xfrm>
            <a:off x="3028950" y="4767263"/>
            <a:ext cx="3086100" cy="273844"/>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Department of Computer Application </a:t>
            </a:r>
            <a:endParaRPr/>
          </a:p>
        </p:txBody>
      </p:sp>
      <p:pic>
        <p:nvPicPr>
          <p:cNvPr id="187" name="Google Shape;187;p10"/>
          <p:cNvPicPr preferRelativeResize="0"/>
          <p:nvPr>
            <p:ph idx="1" type="body"/>
          </p:nvPr>
        </p:nvPicPr>
        <p:blipFill rotWithShape="1">
          <a:blip r:embed="rId3">
            <a:alphaModFix/>
          </a:blip>
          <a:srcRect b="11113" l="10363" r="12727" t="10627"/>
          <a:stretch/>
        </p:blipFill>
        <p:spPr>
          <a:xfrm>
            <a:off x="981075" y="955775"/>
            <a:ext cx="7248600" cy="38502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11"/>
          <p:cNvSpPr txBox="1"/>
          <p:nvPr/>
        </p:nvSpPr>
        <p:spPr>
          <a:xfrm>
            <a:off x="278765" y="906729"/>
            <a:ext cx="8586470" cy="1353185"/>
          </a:xfrm>
          <a:prstGeom prst="rect">
            <a:avLst/>
          </a:prstGeom>
          <a:noFill/>
          <a:ln>
            <a:noFill/>
          </a:ln>
        </p:spPr>
        <p:txBody>
          <a:bodyPr anchorCtr="0" anchor="t" bIns="0" lIns="0" spcFirstLastPara="1" rIns="0" wrap="square" tIns="12050">
            <a:spAutoFit/>
          </a:bodyPr>
          <a:lstStyle/>
          <a:p>
            <a:pPr indent="0" lvl="0" marL="12700" marR="0" rtl="0" algn="l">
              <a:lnSpc>
                <a:spcPct val="100000"/>
              </a:lnSpc>
              <a:spcBef>
                <a:spcPts val="0"/>
              </a:spcBef>
              <a:spcAft>
                <a:spcPts val="0"/>
              </a:spcAft>
              <a:buNone/>
            </a:pPr>
            <a:r>
              <a:rPr lang="en-US" sz="1600">
                <a:solidFill>
                  <a:schemeClr val="dk1"/>
                </a:solidFill>
                <a:latin typeface="Calibri"/>
                <a:ea typeface="Calibri"/>
                <a:cs typeface="Calibri"/>
                <a:sym typeface="Calibri"/>
              </a:rPr>
              <a:t>US </a:t>
            </a:r>
            <a:r>
              <a:rPr b="1" lang="en-US" sz="1600">
                <a:solidFill>
                  <a:schemeClr val="dk1"/>
                </a:solidFill>
                <a:latin typeface="Calibri"/>
                <a:ea typeface="Calibri"/>
                <a:cs typeface="Calibri"/>
                <a:sym typeface="Calibri"/>
              </a:rPr>
              <a:t>National Institute of Standards and Technology (NIST) </a:t>
            </a:r>
            <a:r>
              <a:rPr lang="en-US" sz="1600">
                <a:solidFill>
                  <a:schemeClr val="dk1"/>
                </a:solidFill>
                <a:latin typeface="Calibri"/>
                <a:ea typeface="Calibri"/>
                <a:cs typeface="Calibri"/>
                <a:sym typeface="Calibri"/>
              </a:rPr>
              <a:t>defines Computing as:</a:t>
            </a:r>
            <a:endParaRPr sz="1600">
              <a:solidFill>
                <a:schemeClr val="dk1"/>
              </a:solidFill>
              <a:latin typeface="Calibri"/>
              <a:ea typeface="Calibri"/>
              <a:cs typeface="Calibri"/>
              <a:sym typeface="Calibri"/>
            </a:endParaRPr>
          </a:p>
          <a:p>
            <a:pPr indent="-631825" lvl="0" marL="643890" marR="5080" rtl="0" algn="just">
              <a:lnSpc>
                <a:spcPct val="92900"/>
              </a:lnSpc>
              <a:spcBef>
                <a:spcPts val="1400"/>
              </a:spcBef>
              <a:spcAft>
                <a:spcPts val="0"/>
              </a:spcAft>
              <a:buNone/>
            </a:pPr>
            <a:r>
              <a:rPr lang="en-US" sz="1600">
                <a:solidFill>
                  <a:schemeClr val="dk1"/>
                </a:solidFill>
                <a:latin typeface="Calibri"/>
                <a:ea typeface="Calibri"/>
                <a:cs typeface="Calibri"/>
                <a:sym typeface="Calibri"/>
              </a:rPr>
              <a:t>“ Cloud computing is a model for enabling ubiquitous, convenient, on-demand network access to a  shared pool of configurable computing resources (e.g. networks, servers, storage, applications,  and services) that can be rapidly provisioned and released with minimal management effort or  service provider interaction. ”</a:t>
            </a:r>
            <a:endParaRPr sz="1600">
              <a:solidFill>
                <a:schemeClr val="dk1"/>
              </a:solidFill>
              <a:latin typeface="Calibri"/>
              <a:ea typeface="Calibri"/>
              <a:cs typeface="Calibri"/>
              <a:sym typeface="Calibri"/>
            </a:endParaRPr>
          </a:p>
        </p:txBody>
      </p:sp>
      <p:pic>
        <p:nvPicPr>
          <p:cNvPr id="193" name="Google Shape;193;p11"/>
          <p:cNvPicPr preferRelativeResize="0"/>
          <p:nvPr/>
        </p:nvPicPr>
        <p:blipFill rotWithShape="1">
          <a:blip r:embed="rId3">
            <a:alphaModFix/>
          </a:blip>
          <a:srcRect b="0" l="0" r="0" t="0"/>
          <a:stretch/>
        </p:blipFill>
        <p:spPr>
          <a:xfrm>
            <a:off x="1828800" y="2343200"/>
            <a:ext cx="5458587" cy="1812670"/>
          </a:xfrm>
          <a:prstGeom prst="rect">
            <a:avLst/>
          </a:prstGeom>
          <a:noFill/>
          <a:ln>
            <a:noFill/>
          </a:ln>
        </p:spPr>
      </p:pic>
      <p:sp>
        <p:nvSpPr>
          <p:cNvPr id="194" name="Google Shape;194;p11"/>
          <p:cNvSpPr txBox="1"/>
          <p:nvPr>
            <p:ph type="title"/>
          </p:nvPr>
        </p:nvSpPr>
        <p:spPr>
          <a:xfrm>
            <a:off x="3087116" y="287467"/>
            <a:ext cx="2942590" cy="382797"/>
          </a:xfrm>
          <a:prstGeom prst="rect">
            <a:avLst/>
          </a:prstGeom>
          <a:noFill/>
          <a:ln>
            <a:noFill/>
          </a:ln>
        </p:spPr>
        <p:txBody>
          <a:bodyPr anchorCtr="0" anchor="ctr" bIns="0" lIns="0" spcFirstLastPara="1" rIns="0" wrap="square" tIns="13325">
            <a:spAutoFit/>
          </a:bodyPr>
          <a:lstStyle/>
          <a:p>
            <a:pPr indent="0" lvl="0" marL="12700" rtl="0" algn="ctr">
              <a:lnSpc>
                <a:spcPct val="100000"/>
              </a:lnSpc>
              <a:spcBef>
                <a:spcPts val="0"/>
              </a:spcBef>
              <a:spcAft>
                <a:spcPts val="0"/>
              </a:spcAft>
              <a:buClr>
                <a:schemeClr val="dk1"/>
              </a:buClr>
              <a:buSzPts val="2400"/>
              <a:buFont typeface="Calibri"/>
              <a:buNone/>
            </a:pPr>
            <a:r>
              <a:rPr b="1" lang="en-US" sz="2400"/>
              <a:t>Cloud Computing</a:t>
            </a:r>
            <a:endParaRPr/>
          </a:p>
        </p:txBody>
      </p:sp>
      <p:sp>
        <p:nvSpPr>
          <p:cNvPr id="195" name="Google Shape;195;p11"/>
          <p:cNvSpPr txBox="1"/>
          <p:nvPr>
            <p:ph idx="12" type="sldNum"/>
          </p:nvPr>
        </p:nvSpPr>
        <p:spPr>
          <a:xfrm>
            <a:off x="6457950" y="4767263"/>
            <a:ext cx="2057400" cy="273844"/>
          </a:xfrm>
          <a:prstGeom prst="rect">
            <a:avLst/>
          </a:prstGeom>
          <a:noFill/>
          <a:ln>
            <a:noFill/>
          </a:ln>
        </p:spPr>
        <p:txBody>
          <a:bodyPr anchorCtr="0" anchor="ctr" bIns="0" lIns="0" spcFirstLastPara="1" rIns="0" wrap="square" tIns="5700">
            <a:spAutoFit/>
          </a:bodyPr>
          <a:lstStyle/>
          <a:p>
            <a:pPr indent="0" lvl="0" marL="38100" rtl="0" algn="r">
              <a:lnSpc>
                <a:spcPct val="100000"/>
              </a:lnSpc>
              <a:spcBef>
                <a:spcPts val="0"/>
              </a:spcBef>
              <a:spcAft>
                <a:spcPts val="0"/>
              </a:spcAft>
              <a:buNone/>
            </a:pPr>
            <a:r>
              <a:rPr lang="en-US"/>
              <a:t>3</a:t>
            </a:r>
            <a:endParaRPr/>
          </a:p>
        </p:txBody>
      </p:sp>
      <p:sp>
        <p:nvSpPr>
          <p:cNvPr id="196" name="Google Shape;196;p11"/>
          <p:cNvSpPr txBox="1"/>
          <p:nvPr/>
        </p:nvSpPr>
        <p:spPr>
          <a:xfrm>
            <a:off x="862700" y="4213950"/>
            <a:ext cx="6274800" cy="18210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i="1" lang="en-US" sz="1100" u="sng">
                <a:solidFill>
                  <a:schemeClr val="dk1"/>
                </a:solidFill>
                <a:latin typeface="Arial"/>
                <a:ea typeface="Arial"/>
                <a:cs typeface="Arial"/>
                <a:sym typeface="Arial"/>
                <a:hlinkClick r:id="rId4">
                  <a:extLst>
                    <a:ext uri="{A12FA001-AC4F-418D-AE19-62706E023703}">
                      <ahyp:hlinkClr val="tx"/>
                    </a:ext>
                  </a:extLst>
                </a:hlinkClick>
              </a:rPr>
              <a:t>http://www.smallbiztechnology.com/archive/2011/09/wait-what-is-cloud-computing.html</a:t>
            </a:r>
            <a:endParaRPr sz="1100">
              <a:solidFill>
                <a:schemeClr val="dk1"/>
              </a:solidFill>
              <a:latin typeface="Arial"/>
              <a:ea typeface="Arial"/>
              <a:cs typeface="Arial"/>
              <a:sym typeface="Arial"/>
            </a:endParaRPr>
          </a:p>
        </p:txBody>
      </p:sp>
      <p:sp>
        <p:nvSpPr>
          <p:cNvPr id="197" name="Google Shape;197;p11"/>
          <p:cNvSpPr txBox="1"/>
          <p:nvPr>
            <p:ph idx="11" type="ftr"/>
          </p:nvPr>
        </p:nvSpPr>
        <p:spPr>
          <a:xfrm>
            <a:off x="3028950" y="4767263"/>
            <a:ext cx="3086100" cy="273844"/>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Department of Computer Application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12"/>
          <p:cNvSpPr txBox="1"/>
          <p:nvPr>
            <p:ph type="title"/>
          </p:nvPr>
        </p:nvSpPr>
        <p:spPr>
          <a:xfrm>
            <a:off x="2734182" y="400866"/>
            <a:ext cx="4059554" cy="382797"/>
          </a:xfrm>
          <a:prstGeom prst="rect">
            <a:avLst/>
          </a:prstGeom>
          <a:noFill/>
          <a:ln>
            <a:noFill/>
          </a:ln>
        </p:spPr>
        <p:txBody>
          <a:bodyPr anchorCtr="0" anchor="ctr" bIns="0" lIns="0" spcFirstLastPara="1" rIns="0" wrap="square" tIns="13325">
            <a:spAutoFit/>
          </a:bodyPr>
          <a:lstStyle/>
          <a:p>
            <a:pPr indent="0" lvl="0" marL="12700" rtl="0" algn="ctr">
              <a:lnSpc>
                <a:spcPct val="100000"/>
              </a:lnSpc>
              <a:spcBef>
                <a:spcPts val="0"/>
              </a:spcBef>
              <a:spcAft>
                <a:spcPts val="0"/>
              </a:spcAft>
              <a:buClr>
                <a:schemeClr val="dk1"/>
              </a:buClr>
              <a:buSzPts val="2400"/>
              <a:buFont typeface="Calibri"/>
              <a:buNone/>
            </a:pPr>
            <a:r>
              <a:rPr b="1" lang="en-US" sz="2400"/>
              <a:t>Essential Characteristics</a:t>
            </a:r>
            <a:endParaRPr/>
          </a:p>
        </p:txBody>
      </p:sp>
      <p:sp>
        <p:nvSpPr>
          <p:cNvPr id="203" name="Google Shape;203;p12"/>
          <p:cNvSpPr txBox="1"/>
          <p:nvPr>
            <p:ph idx="12" type="sldNum"/>
          </p:nvPr>
        </p:nvSpPr>
        <p:spPr>
          <a:xfrm>
            <a:off x="6457950" y="4767263"/>
            <a:ext cx="2057400" cy="273844"/>
          </a:xfrm>
          <a:prstGeom prst="rect">
            <a:avLst/>
          </a:prstGeom>
          <a:noFill/>
          <a:ln>
            <a:noFill/>
          </a:ln>
        </p:spPr>
        <p:txBody>
          <a:bodyPr anchorCtr="0" anchor="ctr" bIns="0" lIns="0" spcFirstLastPara="1" rIns="0" wrap="square" tIns="5700">
            <a:spAutoFit/>
          </a:bodyPr>
          <a:lstStyle/>
          <a:p>
            <a:pPr indent="0" lvl="0" marL="38100" rtl="0" algn="r">
              <a:lnSpc>
                <a:spcPct val="100000"/>
              </a:lnSpc>
              <a:spcBef>
                <a:spcPts val="0"/>
              </a:spcBef>
              <a:spcAft>
                <a:spcPts val="0"/>
              </a:spcAft>
              <a:buNone/>
            </a:pPr>
            <a:r>
              <a:rPr lang="en-US"/>
              <a:t>4</a:t>
            </a:r>
            <a:endParaRPr/>
          </a:p>
        </p:txBody>
      </p:sp>
      <p:sp>
        <p:nvSpPr>
          <p:cNvPr id="204" name="Google Shape;204;p12"/>
          <p:cNvSpPr txBox="1"/>
          <p:nvPr/>
        </p:nvSpPr>
        <p:spPr>
          <a:xfrm>
            <a:off x="228094" y="934034"/>
            <a:ext cx="8594090" cy="2926080"/>
          </a:xfrm>
          <a:prstGeom prst="rect">
            <a:avLst/>
          </a:prstGeom>
          <a:noFill/>
          <a:ln>
            <a:noFill/>
          </a:ln>
        </p:spPr>
        <p:txBody>
          <a:bodyPr anchorCtr="0" anchor="t" bIns="0" lIns="0" spcFirstLastPara="1" rIns="0" wrap="square" tIns="12050">
            <a:spAutoFit/>
          </a:bodyPr>
          <a:lstStyle/>
          <a:p>
            <a:pPr indent="-342900" lvl="0" marL="355600" marR="0" rtl="0" algn="l">
              <a:lnSpc>
                <a:spcPct val="100000"/>
              </a:lnSpc>
              <a:spcBef>
                <a:spcPts val="0"/>
              </a:spcBef>
              <a:spcAft>
                <a:spcPts val="0"/>
              </a:spcAft>
              <a:buClr>
                <a:srgbClr val="CCCCCC"/>
              </a:buClr>
              <a:buSzPts val="1600"/>
              <a:buFont typeface="Arial"/>
              <a:buChar char="•"/>
            </a:pPr>
            <a:r>
              <a:rPr b="1" lang="en-US" sz="1600">
                <a:solidFill>
                  <a:schemeClr val="dk1"/>
                </a:solidFill>
                <a:latin typeface="Calibri"/>
                <a:ea typeface="Calibri"/>
                <a:cs typeface="Calibri"/>
                <a:sym typeface="Calibri"/>
              </a:rPr>
              <a:t>On-demand self-service</a:t>
            </a:r>
            <a:endParaRPr sz="1600">
              <a:solidFill>
                <a:schemeClr val="dk1"/>
              </a:solidFill>
              <a:latin typeface="Calibri"/>
              <a:ea typeface="Calibri"/>
              <a:cs typeface="Calibri"/>
              <a:sym typeface="Calibri"/>
            </a:endParaRPr>
          </a:p>
          <a:p>
            <a:pPr indent="-342900" lvl="1" marL="756285" marR="208279" rtl="0" algn="l">
              <a:lnSpc>
                <a:spcPct val="111428"/>
              </a:lnSpc>
              <a:spcBef>
                <a:spcPts val="1445"/>
              </a:spcBef>
              <a:spcAft>
                <a:spcPts val="0"/>
              </a:spcAft>
              <a:buClr>
                <a:srgbClr val="CCCCCC"/>
              </a:buClr>
              <a:buSzPts val="1400"/>
              <a:buFont typeface="Arial"/>
              <a:buChar char="•"/>
            </a:pPr>
            <a:r>
              <a:rPr b="0" i="0" lang="en-US" sz="1400" u="none" cap="none" strike="noStrike">
                <a:solidFill>
                  <a:schemeClr val="dk1"/>
                </a:solidFill>
                <a:latin typeface="Calibri"/>
                <a:ea typeface="Calibri"/>
                <a:cs typeface="Calibri"/>
                <a:sym typeface="Calibri"/>
              </a:rPr>
              <a:t>A consumer can unilaterally provision computing capabilities, such as server time and network storage, as  needed automatically without requiring human interaction with each service provider.</a:t>
            </a:r>
            <a:endParaRPr b="0" i="0" sz="1400" u="none" cap="none" strike="noStrike">
              <a:solidFill>
                <a:schemeClr val="dk1"/>
              </a:solidFill>
              <a:latin typeface="Calibri"/>
              <a:ea typeface="Calibri"/>
              <a:cs typeface="Calibri"/>
              <a:sym typeface="Calibri"/>
            </a:endParaRPr>
          </a:p>
          <a:p>
            <a:pPr indent="-342900" lvl="0" marL="355600" marR="0" rtl="0" algn="l">
              <a:lnSpc>
                <a:spcPct val="100000"/>
              </a:lnSpc>
              <a:spcBef>
                <a:spcPts val="919"/>
              </a:spcBef>
              <a:spcAft>
                <a:spcPts val="0"/>
              </a:spcAft>
              <a:buClr>
                <a:srgbClr val="CCCCCC"/>
              </a:buClr>
              <a:buSzPts val="1600"/>
              <a:buFont typeface="Arial"/>
              <a:buChar char="•"/>
            </a:pPr>
            <a:r>
              <a:rPr b="1" lang="en-US" sz="1600">
                <a:solidFill>
                  <a:schemeClr val="dk1"/>
                </a:solidFill>
                <a:latin typeface="Calibri"/>
                <a:ea typeface="Calibri"/>
                <a:cs typeface="Calibri"/>
                <a:sym typeface="Calibri"/>
              </a:rPr>
              <a:t>Broad network access</a:t>
            </a:r>
            <a:endParaRPr sz="1600">
              <a:solidFill>
                <a:schemeClr val="dk1"/>
              </a:solidFill>
              <a:latin typeface="Calibri"/>
              <a:ea typeface="Calibri"/>
              <a:cs typeface="Calibri"/>
              <a:sym typeface="Calibri"/>
            </a:endParaRPr>
          </a:p>
          <a:p>
            <a:pPr indent="-342900" lvl="1" marL="756285" marR="5080" rtl="0" algn="l">
              <a:lnSpc>
                <a:spcPct val="112142"/>
              </a:lnSpc>
              <a:spcBef>
                <a:spcPts val="1440"/>
              </a:spcBef>
              <a:spcAft>
                <a:spcPts val="0"/>
              </a:spcAft>
              <a:buClr>
                <a:srgbClr val="CCCCCC"/>
              </a:buClr>
              <a:buSzPts val="1400"/>
              <a:buFont typeface="Arial"/>
              <a:buChar char="•"/>
            </a:pPr>
            <a:r>
              <a:rPr b="0" i="0" lang="en-US" sz="1400" u="none" cap="none" strike="noStrike">
                <a:solidFill>
                  <a:schemeClr val="dk1"/>
                </a:solidFill>
                <a:latin typeface="Calibri"/>
                <a:ea typeface="Calibri"/>
                <a:cs typeface="Calibri"/>
                <a:sym typeface="Calibri"/>
              </a:rPr>
              <a:t>Capabilities are available over the network and accessed through standard mechanisms that promote use by  heterogeneous thin or thick client platforms (e.g., mobile phones, tablets, laptops, and workstations).</a:t>
            </a:r>
            <a:endParaRPr b="0" i="0" sz="1400" u="none" cap="none" strike="noStrike">
              <a:solidFill>
                <a:schemeClr val="dk1"/>
              </a:solidFill>
              <a:latin typeface="Calibri"/>
              <a:ea typeface="Calibri"/>
              <a:cs typeface="Calibri"/>
              <a:sym typeface="Calibri"/>
            </a:endParaRPr>
          </a:p>
          <a:p>
            <a:pPr indent="-342900" lvl="0" marL="355600" marR="0" rtl="0" algn="l">
              <a:lnSpc>
                <a:spcPct val="100000"/>
              </a:lnSpc>
              <a:spcBef>
                <a:spcPts val="919"/>
              </a:spcBef>
              <a:spcAft>
                <a:spcPts val="0"/>
              </a:spcAft>
              <a:buClr>
                <a:srgbClr val="CCCCCC"/>
              </a:buClr>
              <a:buSzPts val="1600"/>
              <a:buFont typeface="Arial"/>
              <a:buChar char="•"/>
            </a:pPr>
            <a:r>
              <a:rPr b="1" lang="en-US" sz="1600">
                <a:solidFill>
                  <a:schemeClr val="dk1"/>
                </a:solidFill>
                <a:latin typeface="Calibri"/>
                <a:ea typeface="Calibri"/>
                <a:cs typeface="Calibri"/>
                <a:sym typeface="Calibri"/>
              </a:rPr>
              <a:t>Resource pooling</a:t>
            </a:r>
            <a:endParaRPr sz="1600">
              <a:solidFill>
                <a:schemeClr val="dk1"/>
              </a:solidFill>
              <a:latin typeface="Calibri"/>
              <a:ea typeface="Calibri"/>
              <a:cs typeface="Calibri"/>
              <a:sym typeface="Calibri"/>
            </a:endParaRPr>
          </a:p>
          <a:p>
            <a:pPr indent="-342900" lvl="1" marL="756285" marR="257175" rtl="0" algn="just">
              <a:lnSpc>
                <a:spcPct val="111428"/>
              </a:lnSpc>
              <a:spcBef>
                <a:spcPts val="1445"/>
              </a:spcBef>
              <a:spcAft>
                <a:spcPts val="0"/>
              </a:spcAft>
              <a:buClr>
                <a:srgbClr val="CCCCCC"/>
              </a:buClr>
              <a:buSzPts val="1400"/>
              <a:buFont typeface="Arial"/>
              <a:buChar char="•"/>
            </a:pPr>
            <a:r>
              <a:rPr b="0" i="0" lang="en-US" sz="1400" u="none" cap="none" strike="noStrike">
                <a:solidFill>
                  <a:schemeClr val="dk1"/>
                </a:solidFill>
                <a:latin typeface="Calibri"/>
                <a:ea typeface="Calibri"/>
                <a:cs typeface="Calibri"/>
                <a:sym typeface="Calibri"/>
              </a:rPr>
              <a:t>The provider’s computing resources are pooled to serve multiple consumers using a multi-tenant model,  with different physical and virtual resources dynamically assigned and reassigned according to consumer  demand.</a:t>
            </a:r>
            <a:endParaRPr b="0" i="0" sz="1400" u="none" cap="none" strike="noStrike">
              <a:solidFill>
                <a:schemeClr val="dk1"/>
              </a:solidFill>
              <a:latin typeface="Calibri"/>
              <a:ea typeface="Calibri"/>
              <a:cs typeface="Calibri"/>
              <a:sym typeface="Calibri"/>
            </a:endParaRPr>
          </a:p>
        </p:txBody>
      </p:sp>
      <p:sp>
        <p:nvSpPr>
          <p:cNvPr id="205" name="Google Shape;205;p12"/>
          <p:cNvSpPr txBox="1"/>
          <p:nvPr>
            <p:ph idx="11" type="ftr"/>
          </p:nvPr>
        </p:nvSpPr>
        <p:spPr>
          <a:xfrm>
            <a:off x="3028950" y="4767263"/>
            <a:ext cx="3086100" cy="273844"/>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Department of Computer Application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p13"/>
          <p:cNvSpPr txBox="1"/>
          <p:nvPr>
            <p:ph type="title"/>
          </p:nvPr>
        </p:nvSpPr>
        <p:spPr>
          <a:xfrm>
            <a:off x="2274189" y="323145"/>
            <a:ext cx="3983354" cy="382156"/>
          </a:xfrm>
          <a:prstGeom prst="rect">
            <a:avLst/>
          </a:prstGeom>
          <a:noFill/>
          <a:ln>
            <a:noFill/>
          </a:ln>
        </p:spPr>
        <p:txBody>
          <a:bodyPr anchorCtr="0" anchor="ctr" bIns="0" lIns="0" spcFirstLastPara="1" rIns="0" wrap="square" tIns="12700">
            <a:spAutoFit/>
          </a:bodyPr>
          <a:lstStyle/>
          <a:p>
            <a:pPr indent="0" lvl="0" marL="12700" rtl="0" algn="ctr">
              <a:lnSpc>
                <a:spcPct val="100000"/>
              </a:lnSpc>
              <a:spcBef>
                <a:spcPts val="0"/>
              </a:spcBef>
              <a:spcAft>
                <a:spcPts val="0"/>
              </a:spcAft>
              <a:buClr>
                <a:schemeClr val="dk1"/>
              </a:buClr>
              <a:buSzPts val="2400"/>
              <a:buFont typeface="Calibri"/>
              <a:buNone/>
            </a:pPr>
            <a:r>
              <a:rPr b="1" lang="en-US" sz="2400"/>
              <a:t>Cloud Characteristics</a:t>
            </a:r>
            <a:endParaRPr b="1" sz="2400"/>
          </a:p>
        </p:txBody>
      </p:sp>
      <p:sp>
        <p:nvSpPr>
          <p:cNvPr id="211" name="Google Shape;211;p13"/>
          <p:cNvSpPr txBox="1"/>
          <p:nvPr>
            <p:ph idx="12" type="sldNum"/>
          </p:nvPr>
        </p:nvSpPr>
        <p:spPr>
          <a:xfrm>
            <a:off x="6457950" y="4767263"/>
            <a:ext cx="2057400" cy="273844"/>
          </a:xfrm>
          <a:prstGeom prst="rect">
            <a:avLst/>
          </a:prstGeom>
          <a:noFill/>
          <a:ln>
            <a:noFill/>
          </a:ln>
        </p:spPr>
        <p:txBody>
          <a:bodyPr anchorCtr="0" anchor="ctr" bIns="0" lIns="0" spcFirstLastPara="1" rIns="0" wrap="square" tIns="5700">
            <a:spAutoFit/>
          </a:bodyPr>
          <a:lstStyle/>
          <a:p>
            <a:pPr indent="0" lvl="0" marL="38100" rtl="0" algn="r">
              <a:lnSpc>
                <a:spcPct val="100000"/>
              </a:lnSpc>
              <a:spcBef>
                <a:spcPts val="0"/>
              </a:spcBef>
              <a:spcAft>
                <a:spcPts val="0"/>
              </a:spcAft>
              <a:buNone/>
            </a:pPr>
            <a:r>
              <a:rPr lang="en-US"/>
              <a:t>5</a:t>
            </a:r>
            <a:endParaRPr/>
          </a:p>
        </p:txBody>
      </p:sp>
      <p:sp>
        <p:nvSpPr>
          <p:cNvPr id="212" name="Google Shape;212;p13"/>
          <p:cNvSpPr txBox="1"/>
          <p:nvPr/>
        </p:nvSpPr>
        <p:spPr>
          <a:xfrm>
            <a:off x="383550" y="854075"/>
            <a:ext cx="8020800" cy="3049500"/>
          </a:xfrm>
          <a:prstGeom prst="rect">
            <a:avLst/>
          </a:prstGeom>
          <a:noFill/>
          <a:ln>
            <a:noFill/>
          </a:ln>
        </p:spPr>
        <p:txBody>
          <a:bodyPr anchorCtr="0" anchor="t" bIns="0" lIns="0" spcFirstLastPara="1" rIns="0" wrap="square" tIns="71750">
            <a:spAutoFit/>
          </a:bodyPr>
          <a:lstStyle/>
          <a:p>
            <a:pPr indent="-342900" lvl="0" marL="355600" marR="0" rtl="0" algn="l">
              <a:lnSpc>
                <a:spcPct val="100000"/>
              </a:lnSpc>
              <a:spcBef>
                <a:spcPts val="0"/>
              </a:spcBef>
              <a:spcAft>
                <a:spcPts val="0"/>
              </a:spcAft>
              <a:buClr>
                <a:schemeClr val="dk1"/>
              </a:buClr>
              <a:buSzPts val="1800"/>
              <a:buFont typeface="Arial"/>
              <a:buChar char="•"/>
            </a:pPr>
            <a:r>
              <a:rPr b="1" lang="en-US" sz="1800">
                <a:solidFill>
                  <a:schemeClr val="dk1"/>
                </a:solidFill>
                <a:latin typeface="Calibri"/>
                <a:ea typeface="Calibri"/>
                <a:cs typeface="Calibri"/>
                <a:sym typeface="Calibri"/>
              </a:rPr>
              <a:t>Measured Service</a:t>
            </a:r>
            <a:endParaRPr sz="1800">
              <a:solidFill>
                <a:schemeClr val="dk1"/>
              </a:solidFill>
              <a:latin typeface="Calibri"/>
              <a:ea typeface="Calibri"/>
              <a:cs typeface="Calibri"/>
              <a:sym typeface="Calibri"/>
            </a:endParaRPr>
          </a:p>
          <a:p>
            <a:pPr indent="-287019" lvl="1" marL="756285" marR="5080" rtl="0" algn="l">
              <a:lnSpc>
                <a:spcPct val="100000"/>
              </a:lnSpc>
              <a:spcBef>
                <a:spcPts val="405"/>
              </a:spcBef>
              <a:spcAft>
                <a:spcPts val="0"/>
              </a:spcAft>
              <a:buClr>
                <a:schemeClr val="dk1"/>
              </a:buClr>
              <a:buSzPts val="1600"/>
              <a:buFont typeface="Arial"/>
              <a:buChar char="–"/>
            </a:pPr>
            <a:r>
              <a:rPr b="0" i="0" lang="en-US" sz="1600" u="none" cap="none" strike="noStrike">
                <a:solidFill>
                  <a:schemeClr val="dk1"/>
                </a:solidFill>
                <a:latin typeface="Calibri"/>
                <a:ea typeface="Calibri"/>
                <a:cs typeface="Calibri"/>
                <a:sym typeface="Calibri"/>
              </a:rPr>
              <a:t>Cloud systems automatically control and optimize resource use by leveraging a metering  capability at some level of abstraction appropriate to the type of service (e.g., storage,  processing, bandwidth, and active user accounts). Resource usage can be</a:t>
            </a:r>
            <a:endParaRPr b="0" i="0" sz="1600" u="none" cap="none" strike="noStrike">
              <a:solidFill>
                <a:schemeClr val="dk1"/>
              </a:solidFill>
              <a:latin typeface="Calibri"/>
              <a:ea typeface="Calibri"/>
              <a:cs typeface="Calibri"/>
              <a:sym typeface="Calibri"/>
            </a:endParaRPr>
          </a:p>
          <a:p>
            <a:pPr indent="-287019" lvl="1" marL="756285" marR="82550" rtl="0" algn="l">
              <a:lnSpc>
                <a:spcPct val="100000"/>
              </a:lnSpc>
              <a:spcBef>
                <a:spcPts val="385"/>
              </a:spcBef>
              <a:spcAft>
                <a:spcPts val="0"/>
              </a:spcAft>
              <a:buClr>
                <a:schemeClr val="dk1"/>
              </a:buClr>
              <a:buSzPts val="1600"/>
              <a:buFont typeface="Arial"/>
              <a:buChar char="–"/>
            </a:pPr>
            <a:r>
              <a:rPr b="0" i="0" lang="en-US" sz="1600" u="none" cap="none" strike="noStrike">
                <a:solidFill>
                  <a:schemeClr val="dk1"/>
                </a:solidFill>
                <a:latin typeface="Calibri"/>
                <a:ea typeface="Calibri"/>
                <a:cs typeface="Calibri"/>
                <a:sym typeface="Calibri"/>
              </a:rPr>
              <a:t>monitored, controlled, and reported, providing transparency for both the provider and  consumer of the utilized service.</a:t>
            </a:r>
            <a:endParaRPr b="0" i="0" sz="1600" u="none" cap="none" strike="noStrike">
              <a:solidFill>
                <a:schemeClr val="dk1"/>
              </a:solidFill>
              <a:latin typeface="Calibri"/>
              <a:ea typeface="Calibri"/>
              <a:cs typeface="Calibri"/>
              <a:sym typeface="Calibri"/>
            </a:endParaRPr>
          </a:p>
          <a:p>
            <a:pPr indent="-342900" lvl="0" marL="355600" marR="0" rtl="0" algn="l">
              <a:lnSpc>
                <a:spcPct val="100000"/>
              </a:lnSpc>
              <a:spcBef>
                <a:spcPts val="415"/>
              </a:spcBef>
              <a:spcAft>
                <a:spcPts val="0"/>
              </a:spcAft>
              <a:buClr>
                <a:schemeClr val="dk1"/>
              </a:buClr>
              <a:buSzPts val="1800"/>
              <a:buFont typeface="Arial"/>
              <a:buChar char="•"/>
            </a:pPr>
            <a:r>
              <a:rPr b="1" lang="en-US" sz="1800">
                <a:solidFill>
                  <a:schemeClr val="dk1"/>
                </a:solidFill>
                <a:latin typeface="Calibri"/>
                <a:ea typeface="Calibri"/>
                <a:cs typeface="Calibri"/>
                <a:sym typeface="Calibri"/>
              </a:rPr>
              <a:t>Rapid elasticity</a:t>
            </a:r>
            <a:endParaRPr sz="1800">
              <a:solidFill>
                <a:schemeClr val="dk1"/>
              </a:solidFill>
              <a:latin typeface="Calibri"/>
              <a:ea typeface="Calibri"/>
              <a:cs typeface="Calibri"/>
              <a:sym typeface="Calibri"/>
            </a:endParaRPr>
          </a:p>
          <a:p>
            <a:pPr indent="-287019" lvl="1" marL="756285" marR="106045" rtl="0" algn="l">
              <a:lnSpc>
                <a:spcPct val="100000"/>
              </a:lnSpc>
              <a:spcBef>
                <a:spcPts val="405"/>
              </a:spcBef>
              <a:spcAft>
                <a:spcPts val="0"/>
              </a:spcAft>
              <a:buClr>
                <a:schemeClr val="dk1"/>
              </a:buClr>
              <a:buSzPts val="1600"/>
              <a:buFont typeface="Arial"/>
              <a:buChar char="–"/>
            </a:pPr>
            <a:r>
              <a:rPr b="0" i="0" lang="en-US" sz="1600" u="none" cap="none" strike="noStrike">
                <a:solidFill>
                  <a:schemeClr val="dk1"/>
                </a:solidFill>
                <a:latin typeface="Calibri"/>
                <a:ea typeface="Calibri"/>
                <a:cs typeface="Calibri"/>
                <a:sym typeface="Calibri"/>
              </a:rPr>
              <a:t>Capabilities can be elastically provisioned and released, in some cases automatically, to  scale rapidly outward and inward commensurate with demand. To the consumer, the  capabilities available for provisioning often appear to be unlimited and can be  appropriated in any quantity at any time.</a:t>
            </a:r>
            <a:endParaRPr b="0" i="0" sz="1600" u="none" cap="none" strike="noStrike">
              <a:solidFill>
                <a:schemeClr val="dk1"/>
              </a:solidFill>
              <a:latin typeface="Calibri"/>
              <a:ea typeface="Calibri"/>
              <a:cs typeface="Calibri"/>
              <a:sym typeface="Calibri"/>
            </a:endParaRPr>
          </a:p>
        </p:txBody>
      </p:sp>
      <p:pic>
        <p:nvPicPr>
          <p:cNvPr id="213" name="Google Shape;213;p13"/>
          <p:cNvPicPr preferRelativeResize="0"/>
          <p:nvPr/>
        </p:nvPicPr>
        <p:blipFill rotWithShape="1">
          <a:blip r:embed="rId3">
            <a:alphaModFix/>
          </a:blip>
          <a:srcRect b="0" l="0" r="0" t="0"/>
          <a:stretch/>
        </p:blipFill>
        <p:spPr>
          <a:xfrm>
            <a:off x="0" y="0"/>
            <a:ext cx="719233" cy="1285709"/>
          </a:xfrm>
          <a:prstGeom prst="rect">
            <a:avLst/>
          </a:prstGeom>
          <a:noFill/>
          <a:ln>
            <a:noFill/>
          </a:ln>
        </p:spPr>
      </p:pic>
      <p:sp>
        <p:nvSpPr>
          <p:cNvPr id="214" name="Google Shape;214;p13"/>
          <p:cNvSpPr txBox="1"/>
          <p:nvPr>
            <p:ph idx="11" type="ftr"/>
          </p:nvPr>
        </p:nvSpPr>
        <p:spPr>
          <a:xfrm>
            <a:off x="3028950" y="4767263"/>
            <a:ext cx="3086100" cy="273844"/>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Department of Computer Application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sp>
        <p:nvSpPr>
          <p:cNvPr id="219" name="Google Shape;219;p14"/>
          <p:cNvSpPr txBox="1"/>
          <p:nvPr>
            <p:ph type="title"/>
          </p:nvPr>
        </p:nvSpPr>
        <p:spPr>
          <a:xfrm>
            <a:off x="2089785" y="510916"/>
            <a:ext cx="5114290" cy="381515"/>
          </a:xfrm>
          <a:prstGeom prst="rect">
            <a:avLst/>
          </a:prstGeom>
          <a:noFill/>
          <a:ln>
            <a:noFill/>
          </a:ln>
        </p:spPr>
        <p:txBody>
          <a:bodyPr anchorCtr="0" anchor="ctr" bIns="0" lIns="0" spcFirstLastPara="1" rIns="0" wrap="square" tIns="12050">
            <a:spAutoFit/>
          </a:bodyPr>
          <a:lstStyle/>
          <a:p>
            <a:pPr indent="0" lvl="0" marL="12700" rtl="0" algn="ctr">
              <a:lnSpc>
                <a:spcPct val="100000"/>
              </a:lnSpc>
              <a:spcBef>
                <a:spcPts val="0"/>
              </a:spcBef>
              <a:spcAft>
                <a:spcPts val="0"/>
              </a:spcAft>
              <a:buClr>
                <a:schemeClr val="dk1"/>
              </a:buClr>
              <a:buSzPts val="2400"/>
              <a:buFont typeface="Calibri"/>
              <a:buNone/>
            </a:pPr>
            <a:r>
              <a:rPr b="1" lang="en-US" sz="2400"/>
              <a:t>Common Characteristics</a:t>
            </a:r>
            <a:endParaRPr b="1" sz="2400"/>
          </a:p>
        </p:txBody>
      </p:sp>
      <p:sp>
        <p:nvSpPr>
          <p:cNvPr id="220" name="Google Shape;220;p14"/>
          <p:cNvSpPr txBox="1"/>
          <p:nvPr>
            <p:ph idx="12" type="sldNum"/>
          </p:nvPr>
        </p:nvSpPr>
        <p:spPr>
          <a:xfrm>
            <a:off x="6457950" y="4767263"/>
            <a:ext cx="2057400" cy="273844"/>
          </a:xfrm>
          <a:prstGeom prst="rect">
            <a:avLst/>
          </a:prstGeom>
          <a:noFill/>
          <a:ln>
            <a:noFill/>
          </a:ln>
        </p:spPr>
        <p:txBody>
          <a:bodyPr anchorCtr="0" anchor="ctr" bIns="0" lIns="0" spcFirstLastPara="1" rIns="0" wrap="square" tIns="5700">
            <a:spAutoFit/>
          </a:bodyPr>
          <a:lstStyle/>
          <a:p>
            <a:pPr indent="0" lvl="0" marL="38100" rtl="0" algn="r">
              <a:lnSpc>
                <a:spcPct val="100000"/>
              </a:lnSpc>
              <a:spcBef>
                <a:spcPts val="0"/>
              </a:spcBef>
              <a:spcAft>
                <a:spcPts val="0"/>
              </a:spcAft>
              <a:buNone/>
            </a:pPr>
            <a:r>
              <a:rPr lang="en-US"/>
              <a:t>6</a:t>
            </a:r>
            <a:endParaRPr/>
          </a:p>
        </p:txBody>
      </p:sp>
      <p:sp>
        <p:nvSpPr>
          <p:cNvPr id="221" name="Google Shape;221;p14"/>
          <p:cNvSpPr txBox="1"/>
          <p:nvPr/>
        </p:nvSpPr>
        <p:spPr>
          <a:xfrm>
            <a:off x="612140" y="1034946"/>
            <a:ext cx="3066415" cy="3244850"/>
          </a:xfrm>
          <a:prstGeom prst="rect">
            <a:avLst/>
          </a:prstGeom>
          <a:noFill/>
          <a:ln>
            <a:noFill/>
          </a:ln>
        </p:spPr>
        <p:txBody>
          <a:bodyPr anchorCtr="0" anchor="t" bIns="0" lIns="0" spcFirstLastPara="1" rIns="0" wrap="square" tIns="79375">
            <a:spAutoFit/>
          </a:bodyPr>
          <a:lstStyle/>
          <a:p>
            <a:pPr indent="-343535" lvl="0" marL="355600" marR="0" rtl="0" algn="l">
              <a:lnSpc>
                <a:spcPct val="100000"/>
              </a:lnSpc>
              <a:spcBef>
                <a:spcPts val="0"/>
              </a:spcBef>
              <a:spcAft>
                <a:spcPts val="0"/>
              </a:spcAft>
              <a:buClr>
                <a:schemeClr val="dk1"/>
              </a:buClr>
              <a:buSzPts val="2200"/>
              <a:buFont typeface="Arial"/>
              <a:buChar char="•"/>
            </a:pPr>
            <a:r>
              <a:rPr lang="en-US" sz="2200">
                <a:solidFill>
                  <a:schemeClr val="dk1"/>
                </a:solidFill>
                <a:latin typeface="Calibri"/>
                <a:ea typeface="Calibri"/>
                <a:cs typeface="Calibri"/>
                <a:sym typeface="Calibri"/>
              </a:rPr>
              <a:t>Massive Scale</a:t>
            </a:r>
            <a:endParaRPr sz="2200">
              <a:solidFill>
                <a:schemeClr val="dk1"/>
              </a:solidFill>
              <a:latin typeface="Calibri"/>
              <a:ea typeface="Calibri"/>
              <a:cs typeface="Calibri"/>
              <a:sym typeface="Calibri"/>
            </a:endParaRPr>
          </a:p>
          <a:p>
            <a:pPr indent="-343535" lvl="0" marL="355600" marR="0" rtl="0" algn="l">
              <a:lnSpc>
                <a:spcPct val="100000"/>
              </a:lnSpc>
              <a:spcBef>
                <a:spcPts val="530"/>
              </a:spcBef>
              <a:spcAft>
                <a:spcPts val="0"/>
              </a:spcAft>
              <a:buClr>
                <a:schemeClr val="dk1"/>
              </a:buClr>
              <a:buSzPts val="2200"/>
              <a:buFont typeface="Arial"/>
              <a:buChar char="•"/>
            </a:pPr>
            <a:r>
              <a:rPr lang="en-US" sz="2200">
                <a:solidFill>
                  <a:schemeClr val="dk1"/>
                </a:solidFill>
                <a:latin typeface="Calibri"/>
                <a:ea typeface="Calibri"/>
                <a:cs typeface="Calibri"/>
                <a:sym typeface="Calibri"/>
              </a:rPr>
              <a:t>Resilient Computing</a:t>
            </a:r>
            <a:endParaRPr sz="2200">
              <a:solidFill>
                <a:schemeClr val="dk1"/>
              </a:solidFill>
              <a:latin typeface="Calibri"/>
              <a:ea typeface="Calibri"/>
              <a:cs typeface="Calibri"/>
              <a:sym typeface="Calibri"/>
            </a:endParaRPr>
          </a:p>
          <a:p>
            <a:pPr indent="-343535" lvl="0" marL="355600" marR="0" rtl="0" algn="l">
              <a:lnSpc>
                <a:spcPct val="100000"/>
              </a:lnSpc>
              <a:spcBef>
                <a:spcPts val="530"/>
              </a:spcBef>
              <a:spcAft>
                <a:spcPts val="0"/>
              </a:spcAft>
              <a:buClr>
                <a:schemeClr val="dk1"/>
              </a:buClr>
              <a:buSzPts val="2200"/>
              <a:buFont typeface="Arial"/>
              <a:buChar char="•"/>
            </a:pPr>
            <a:r>
              <a:rPr lang="en-US" sz="2200">
                <a:solidFill>
                  <a:schemeClr val="dk1"/>
                </a:solidFill>
                <a:latin typeface="Calibri"/>
                <a:ea typeface="Calibri"/>
                <a:cs typeface="Calibri"/>
                <a:sym typeface="Calibri"/>
              </a:rPr>
              <a:t>Homogeneity</a:t>
            </a:r>
            <a:endParaRPr sz="2200">
              <a:solidFill>
                <a:schemeClr val="dk1"/>
              </a:solidFill>
              <a:latin typeface="Calibri"/>
              <a:ea typeface="Calibri"/>
              <a:cs typeface="Calibri"/>
              <a:sym typeface="Calibri"/>
            </a:endParaRPr>
          </a:p>
          <a:p>
            <a:pPr indent="-343535" lvl="0" marL="355600" marR="0" rtl="0" algn="l">
              <a:lnSpc>
                <a:spcPct val="100000"/>
              </a:lnSpc>
              <a:spcBef>
                <a:spcPts val="530"/>
              </a:spcBef>
              <a:spcAft>
                <a:spcPts val="0"/>
              </a:spcAft>
              <a:buClr>
                <a:schemeClr val="dk1"/>
              </a:buClr>
              <a:buSzPts val="2200"/>
              <a:buFont typeface="Arial"/>
              <a:buChar char="•"/>
            </a:pPr>
            <a:r>
              <a:rPr lang="en-US" sz="2200">
                <a:solidFill>
                  <a:schemeClr val="dk1"/>
                </a:solidFill>
                <a:latin typeface="Calibri"/>
                <a:ea typeface="Calibri"/>
                <a:cs typeface="Calibri"/>
                <a:sym typeface="Calibri"/>
              </a:rPr>
              <a:t>Geographic Distribution</a:t>
            </a:r>
            <a:endParaRPr sz="2200">
              <a:solidFill>
                <a:schemeClr val="dk1"/>
              </a:solidFill>
              <a:latin typeface="Calibri"/>
              <a:ea typeface="Calibri"/>
              <a:cs typeface="Calibri"/>
              <a:sym typeface="Calibri"/>
            </a:endParaRPr>
          </a:p>
          <a:p>
            <a:pPr indent="-343535" lvl="0" marL="355600" marR="0" rtl="0" algn="l">
              <a:lnSpc>
                <a:spcPct val="100000"/>
              </a:lnSpc>
              <a:spcBef>
                <a:spcPts val="525"/>
              </a:spcBef>
              <a:spcAft>
                <a:spcPts val="0"/>
              </a:spcAft>
              <a:buClr>
                <a:schemeClr val="dk1"/>
              </a:buClr>
              <a:buSzPts val="2200"/>
              <a:buFont typeface="Arial"/>
              <a:buChar char="•"/>
            </a:pPr>
            <a:r>
              <a:rPr lang="en-US" sz="2200">
                <a:solidFill>
                  <a:schemeClr val="dk1"/>
                </a:solidFill>
                <a:latin typeface="Calibri"/>
                <a:ea typeface="Calibri"/>
                <a:cs typeface="Calibri"/>
                <a:sym typeface="Calibri"/>
              </a:rPr>
              <a:t>Virtualization</a:t>
            </a:r>
            <a:endParaRPr sz="2200">
              <a:solidFill>
                <a:schemeClr val="dk1"/>
              </a:solidFill>
              <a:latin typeface="Calibri"/>
              <a:ea typeface="Calibri"/>
              <a:cs typeface="Calibri"/>
              <a:sym typeface="Calibri"/>
            </a:endParaRPr>
          </a:p>
          <a:p>
            <a:pPr indent="-343535" lvl="0" marL="355600" marR="0" rtl="0" algn="l">
              <a:lnSpc>
                <a:spcPct val="100000"/>
              </a:lnSpc>
              <a:spcBef>
                <a:spcPts val="530"/>
              </a:spcBef>
              <a:spcAft>
                <a:spcPts val="0"/>
              </a:spcAft>
              <a:buClr>
                <a:schemeClr val="dk1"/>
              </a:buClr>
              <a:buSzPts val="2200"/>
              <a:buFont typeface="Arial"/>
              <a:buChar char="•"/>
            </a:pPr>
            <a:r>
              <a:rPr lang="en-US" sz="2200">
                <a:solidFill>
                  <a:schemeClr val="dk1"/>
                </a:solidFill>
                <a:latin typeface="Calibri"/>
                <a:ea typeface="Calibri"/>
                <a:cs typeface="Calibri"/>
                <a:sym typeface="Calibri"/>
              </a:rPr>
              <a:t>Service Orientation</a:t>
            </a:r>
            <a:endParaRPr sz="2200">
              <a:solidFill>
                <a:schemeClr val="dk1"/>
              </a:solidFill>
              <a:latin typeface="Calibri"/>
              <a:ea typeface="Calibri"/>
              <a:cs typeface="Calibri"/>
              <a:sym typeface="Calibri"/>
            </a:endParaRPr>
          </a:p>
          <a:p>
            <a:pPr indent="-343535" lvl="0" marL="355600" marR="0" rtl="0" algn="l">
              <a:lnSpc>
                <a:spcPct val="100000"/>
              </a:lnSpc>
              <a:spcBef>
                <a:spcPts val="530"/>
              </a:spcBef>
              <a:spcAft>
                <a:spcPts val="0"/>
              </a:spcAft>
              <a:buClr>
                <a:schemeClr val="dk1"/>
              </a:buClr>
              <a:buSzPts val="2200"/>
              <a:buFont typeface="Arial"/>
              <a:buChar char="•"/>
            </a:pPr>
            <a:r>
              <a:rPr lang="en-US" sz="2200">
                <a:solidFill>
                  <a:schemeClr val="dk1"/>
                </a:solidFill>
                <a:latin typeface="Calibri"/>
                <a:ea typeface="Calibri"/>
                <a:cs typeface="Calibri"/>
                <a:sym typeface="Calibri"/>
              </a:rPr>
              <a:t>Low Cost Software</a:t>
            </a:r>
            <a:endParaRPr sz="2200">
              <a:solidFill>
                <a:schemeClr val="dk1"/>
              </a:solidFill>
              <a:latin typeface="Calibri"/>
              <a:ea typeface="Calibri"/>
              <a:cs typeface="Calibri"/>
              <a:sym typeface="Calibri"/>
            </a:endParaRPr>
          </a:p>
          <a:p>
            <a:pPr indent="-343535" lvl="0" marL="355600" marR="0" rtl="0" algn="l">
              <a:lnSpc>
                <a:spcPct val="100000"/>
              </a:lnSpc>
              <a:spcBef>
                <a:spcPts val="530"/>
              </a:spcBef>
              <a:spcAft>
                <a:spcPts val="0"/>
              </a:spcAft>
              <a:buClr>
                <a:schemeClr val="dk1"/>
              </a:buClr>
              <a:buSzPts val="2200"/>
              <a:buFont typeface="Arial"/>
              <a:buChar char="•"/>
            </a:pPr>
            <a:r>
              <a:rPr lang="en-US" sz="2200">
                <a:solidFill>
                  <a:schemeClr val="dk1"/>
                </a:solidFill>
                <a:latin typeface="Calibri"/>
                <a:ea typeface="Calibri"/>
                <a:cs typeface="Calibri"/>
                <a:sym typeface="Calibri"/>
              </a:rPr>
              <a:t>Advanced Security</a:t>
            </a:r>
            <a:endParaRPr sz="2200">
              <a:solidFill>
                <a:schemeClr val="dk1"/>
              </a:solidFill>
              <a:latin typeface="Calibri"/>
              <a:ea typeface="Calibri"/>
              <a:cs typeface="Calibri"/>
              <a:sym typeface="Calibri"/>
            </a:endParaRPr>
          </a:p>
        </p:txBody>
      </p:sp>
      <p:sp>
        <p:nvSpPr>
          <p:cNvPr id="222" name="Google Shape;222;p14"/>
          <p:cNvSpPr txBox="1"/>
          <p:nvPr>
            <p:ph idx="11" type="ftr"/>
          </p:nvPr>
        </p:nvSpPr>
        <p:spPr>
          <a:xfrm>
            <a:off x="3028950" y="4767263"/>
            <a:ext cx="3086100" cy="273844"/>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Department of Computer Application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sp>
        <p:nvSpPr>
          <p:cNvPr id="227" name="Google Shape;227;p15"/>
          <p:cNvSpPr txBox="1"/>
          <p:nvPr>
            <p:ph type="title"/>
          </p:nvPr>
        </p:nvSpPr>
        <p:spPr>
          <a:xfrm>
            <a:off x="2465577" y="323792"/>
            <a:ext cx="4281805" cy="382156"/>
          </a:xfrm>
          <a:prstGeom prst="rect">
            <a:avLst/>
          </a:prstGeom>
          <a:noFill/>
          <a:ln>
            <a:noFill/>
          </a:ln>
        </p:spPr>
        <p:txBody>
          <a:bodyPr anchorCtr="0" anchor="ctr" bIns="0" lIns="0" spcFirstLastPara="1" rIns="0" wrap="square" tIns="12700">
            <a:spAutoFit/>
          </a:bodyPr>
          <a:lstStyle/>
          <a:p>
            <a:pPr indent="0" lvl="0" marL="12700" rtl="0" algn="ctr">
              <a:lnSpc>
                <a:spcPct val="100000"/>
              </a:lnSpc>
              <a:spcBef>
                <a:spcPts val="0"/>
              </a:spcBef>
              <a:spcAft>
                <a:spcPts val="0"/>
              </a:spcAft>
              <a:buClr>
                <a:schemeClr val="dk1"/>
              </a:buClr>
              <a:buSzPts val="2400"/>
              <a:buFont typeface="Calibri"/>
              <a:buNone/>
            </a:pPr>
            <a:r>
              <a:rPr b="1" lang="en-US" sz="2400"/>
              <a:t>Cloud Services Models</a:t>
            </a:r>
            <a:endParaRPr b="1" sz="2400"/>
          </a:p>
        </p:txBody>
      </p:sp>
      <p:sp>
        <p:nvSpPr>
          <p:cNvPr id="228" name="Google Shape;228;p15"/>
          <p:cNvSpPr txBox="1"/>
          <p:nvPr>
            <p:ph idx="12" type="sldNum"/>
          </p:nvPr>
        </p:nvSpPr>
        <p:spPr>
          <a:xfrm>
            <a:off x="6457950" y="4767263"/>
            <a:ext cx="2057400" cy="273844"/>
          </a:xfrm>
          <a:prstGeom prst="rect">
            <a:avLst/>
          </a:prstGeom>
          <a:noFill/>
          <a:ln>
            <a:noFill/>
          </a:ln>
        </p:spPr>
        <p:txBody>
          <a:bodyPr anchorCtr="0" anchor="ctr" bIns="0" lIns="0" spcFirstLastPara="1" rIns="0" wrap="square" tIns="5700">
            <a:spAutoFit/>
          </a:bodyPr>
          <a:lstStyle/>
          <a:p>
            <a:pPr indent="0" lvl="0" marL="38100" rtl="0" algn="r">
              <a:lnSpc>
                <a:spcPct val="100000"/>
              </a:lnSpc>
              <a:spcBef>
                <a:spcPts val="0"/>
              </a:spcBef>
              <a:spcAft>
                <a:spcPts val="0"/>
              </a:spcAft>
              <a:buNone/>
            </a:pPr>
            <a:r>
              <a:rPr lang="en-US"/>
              <a:t>7</a:t>
            </a:r>
            <a:endParaRPr/>
          </a:p>
        </p:txBody>
      </p:sp>
      <p:sp>
        <p:nvSpPr>
          <p:cNvPr id="229" name="Google Shape;229;p15"/>
          <p:cNvSpPr txBox="1"/>
          <p:nvPr/>
        </p:nvSpPr>
        <p:spPr>
          <a:xfrm>
            <a:off x="369822" y="1321688"/>
            <a:ext cx="76835" cy="107950"/>
          </a:xfrm>
          <a:prstGeom prst="rect">
            <a:avLst/>
          </a:prstGeom>
          <a:noFill/>
          <a:ln>
            <a:noFill/>
          </a:ln>
        </p:spPr>
        <p:txBody>
          <a:bodyPr anchorCtr="0" anchor="t" bIns="0" lIns="0" spcFirstLastPara="1" rIns="0" wrap="square" tIns="11425">
            <a:spAutoFit/>
          </a:bodyPr>
          <a:lstStyle/>
          <a:p>
            <a:pPr indent="0" lvl="0" marL="12700" marR="0" rtl="0" algn="l">
              <a:lnSpc>
                <a:spcPct val="100000"/>
              </a:lnSpc>
              <a:spcBef>
                <a:spcPts val="0"/>
              </a:spcBef>
              <a:spcAft>
                <a:spcPts val="0"/>
              </a:spcAft>
              <a:buNone/>
            </a:pPr>
            <a:r>
              <a:rPr lang="en-US" sz="550">
                <a:solidFill>
                  <a:srgbClr val="CCCCCC"/>
                </a:solidFill>
                <a:latin typeface="Noto Sans Symbols"/>
                <a:ea typeface="Noto Sans Symbols"/>
                <a:cs typeface="Noto Sans Symbols"/>
                <a:sym typeface="Noto Sans Symbols"/>
              </a:rPr>
              <a:t>■</a:t>
            </a:r>
            <a:endParaRPr sz="550">
              <a:solidFill>
                <a:schemeClr val="dk1"/>
              </a:solidFill>
              <a:latin typeface="Noto Sans Symbols"/>
              <a:ea typeface="Noto Sans Symbols"/>
              <a:cs typeface="Noto Sans Symbols"/>
              <a:sym typeface="Noto Sans Symbols"/>
            </a:endParaRPr>
          </a:p>
        </p:txBody>
      </p:sp>
      <p:sp>
        <p:nvSpPr>
          <p:cNvPr id="230" name="Google Shape;230;p15"/>
          <p:cNvSpPr txBox="1"/>
          <p:nvPr/>
        </p:nvSpPr>
        <p:spPr>
          <a:xfrm>
            <a:off x="369822" y="794384"/>
            <a:ext cx="8637905" cy="1070486"/>
          </a:xfrm>
          <a:prstGeom prst="rect">
            <a:avLst/>
          </a:prstGeom>
          <a:noFill/>
          <a:ln>
            <a:noFill/>
          </a:ln>
        </p:spPr>
        <p:txBody>
          <a:bodyPr anchorCtr="0" anchor="t" bIns="0" lIns="0" spcFirstLastPara="1" rIns="0" wrap="square" tIns="12700">
            <a:spAutoFit/>
          </a:bodyPr>
          <a:lstStyle/>
          <a:p>
            <a:pPr indent="-342900" lvl="0" marL="355600" marR="0" rtl="0" algn="l">
              <a:lnSpc>
                <a:spcPct val="100000"/>
              </a:lnSpc>
              <a:spcBef>
                <a:spcPts val="0"/>
              </a:spcBef>
              <a:spcAft>
                <a:spcPts val="0"/>
              </a:spcAft>
              <a:buClr>
                <a:srgbClr val="4F80BC"/>
              </a:buClr>
              <a:buSzPts val="1800"/>
              <a:buFont typeface="Arial"/>
              <a:buChar char="•"/>
            </a:pPr>
            <a:r>
              <a:rPr b="1" lang="en-US" sz="1800">
                <a:solidFill>
                  <a:schemeClr val="dk1"/>
                </a:solidFill>
                <a:latin typeface="Calibri"/>
                <a:ea typeface="Calibri"/>
                <a:cs typeface="Calibri"/>
                <a:sym typeface="Calibri"/>
              </a:rPr>
              <a:t>Software as a Service (SaaS)</a:t>
            </a:r>
            <a:endParaRPr sz="1800">
              <a:solidFill>
                <a:schemeClr val="dk1"/>
              </a:solidFill>
              <a:latin typeface="Calibri"/>
              <a:ea typeface="Calibri"/>
              <a:cs typeface="Calibri"/>
              <a:sym typeface="Calibri"/>
            </a:endParaRPr>
          </a:p>
          <a:p>
            <a:pPr indent="0" lvl="0" marL="643890" marR="5080" rtl="0" algn="just">
              <a:lnSpc>
                <a:spcPct val="93000"/>
              </a:lnSpc>
              <a:spcBef>
                <a:spcPts val="1430"/>
              </a:spcBef>
              <a:spcAft>
                <a:spcPts val="0"/>
              </a:spcAft>
              <a:buNone/>
            </a:pPr>
            <a:r>
              <a:rPr lang="en-US" sz="1400">
                <a:solidFill>
                  <a:schemeClr val="dk1"/>
                </a:solidFill>
                <a:latin typeface="Calibri"/>
                <a:ea typeface="Calibri"/>
                <a:cs typeface="Calibri"/>
                <a:sym typeface="Calibri"/>
              </a:rPr>
              <a:t>The capability provided to the consumer is to use the provider’s applications running on a cloud infrastructure. The applications  are accessible from various client devices through either a thin client interface, such as a web browser (e.g., web-based email),  or a program interface.</a:t>
            </a:r>
            <a:endParaRPr sz="1400">
              <a:solidFill>
                <a:schemeClr val="dk1"/>
              </a:solidFill>
              <a:latin typeface="Calibri"/>
              <a:ea typeface="Calibri"/>
              <a:cs typeface="Calibri"/>
              <a:sym typeface="Calibri"/>
            </a:endParaRPr>
          </a:p>
        </p:txBody>
      </p:sp>
      <p:sp>
        <p:nvSpPr>
          <p:cNvPr id="231" name="Google Shape;231;p15"/>
          <p:cNvSpPr txBox="1"/>
          <p:nvPr/>
        </p:nvSpPr>
        <p:spPr>
          <a:xfrm>
            <a:off x="369822" y="2010918"/>
            <a:ext cx="76835" cy="107950"/>
          </a:xfrm>
          <a:prstGeom prst="rect">
            <a:avLst/>
          </a:prstGeom>
          <a:noFill/>
          <a:ln>
            <a:noFill/>
          </a:ln>
        </p:spPr>
        <p:txBody>
          <a:bodyPr anchorCtr="0" anchor="t" bIns="0" lIns="0" spcFirstLastPara="1" rIns="0" wrap="square" tIns="11425">
            <a:spAutoFit/>
          </a:bodyPr>
          <a:lstStyle/>
          <a:p>
            <a:pPr indent="0" lvl="0" marL="12700" marR="0" rtl="0" algn="l">
              <a:lnSpc>
                <a:spcPct val="100000"/>
              </a:lnSpc>
              <a:spcBef>
                <a:spcPts val="0"/>
              </a:spcBef>
              <a:spcAft>
                <a:spcPts val="0"/>
              </a:spcAft>
              <a:buNone/>
            </a:pPr>
            <a:r>
              <a:rPr lang="en-US" sz="550">
                <a:solidFill>
                  <a:srgbClr val="CCCCCC"/>
                </a:solidFill>
                <a:latin typeface="Noto Sans Symbols"/>
                <a:ea typeface="Noto Sans Symbols"/>
                <a:cs typeface="Noto Sans Symbols"/>
                <a:sym typeface="Noto Sans Symbols"/>
              </a:rPr>
              <a:t>■</a:t>
            </a:r>
            <a:endParaRPr sz="550">
              <a:solidFill>
                <a:schemeClr val="dk1"/>
              </a:solidFill>
              <a:latin typeface="Noto Sans Symbols"/>
              <a:ea typeface="Noto Sans Symbols"/>
              <a:cs typeface="Noto Sans Symbols"/>
              <a:sym typeface="Noto Sans Symbols"/>
            </a:endParaRPr>
          </a:p>
        </p:txBody>
      </p:sp>
      <p:sp>
        <p:nvSpPr>
          <p:cNvPr id="232" name="Google Shape;232;p15"/>
          <p:cNvSpPr txBox="1"/>
          <p:nvPr/>
        </p:nvSpPr>
        <p:spPr>
          <a:xfrm>
            <a:off x="1001062" y="1927098"/>
            <a:ext cx="8006080" cy="626775"/>
          </a:xfrm>
          <a:prstGeom prst="rect">
            <a:avLst/>
          </a:prstGeom>
          <a:noFill/>
          <a:ln>
            <a:noFill/>
          </a:ln>
        </p:spPr>
        <p:txBody>
          <a:bodyPr anchorCtr="0" anchor="t" bIns="0" lIns="0" spcFirstLastPara="1" rIns="0" wrap="square" tIns="25400">
            <a:spAutoFit/>
          </a:bodyPr>
          <a:lstStyle/>
          <a:p>
            <a:pPr indent="0" lvl="0" marL="12700" marR="5080" rtl="0" algn="just">
              <a:lnSpc>
                <a:spcPct val="92900"/>
              </a:lnSpc>
              <a:spcBef>
                <a:spcPts val="0"/>
              </a:spcBef>
              <a:spcAft>
                <a:spcPts val="0"/>
              </a:spcAft>
              <a:buNone/>
            </a:pPr>
            <a:r>
              <a:rPr lang="en-US" sz="1400">
                <a:solidFill>
                  <a:schemeClr val="dk1"/>
                </a:solidFill>
                <a:latin typeface="Calibri"/>
                <a:ea typeface="Calibri"/>
                <a:cs typeface="Calibri"/>
                <a:sym typeface="Calibri"/>
              </a:rPr>
              <a:t>The consumer does not manage or control the underlying cloud infrastructure including network, servers, operating systems,  storage, or even individual application capabilities, with the possible exception of limited user-specific application configuration  settings.</a:t>
            </a:r>
            <a:endParaRPr sz="1400">
              <a:solidFill>
                <a:schemeClr val="dk1"/>
              </a:solidFill>
              <a:latin typeface="Calibri"/>
              <a:ea typeface="Calibri"/>
              <a:cs typeface="Calibri"/>
              <a:sym typeface="Calibri"/>
            </a:endParaRPr>
          </a:p>
        </p:txBody>
      </p:sp>
      <p:sp>
        <p:nvSpPr>
          <p:cNvPr id="233" name="Google Shape;233;p15"/>
          <p:cNvSpPr txBox="1"/>
          <p:nvPr/>
        </p:nvSpPr>
        <p:spPr>
          <a:xfrm>
            <a:off x="369822" y="2719832"/>
            <a:ext cx="76835" cy="107950"/>
          </a:xfrm>
          <a:prstGeom prst="rect">
            <a:avLst/>
          </a:prstGeom>
          <a:noFill/>
          <a:ln>
            <a:noFill/>
          </a:ln>
        </p:spPr>
        <p:txBody>
          <a:bodyPr anchorCtr="0" anchor="t" bIns="0" lIns="0" spcFirstLastPara="1" rIns="0" wrap="square" tIns="11425">
            <a:spAutoFit/>
          </a:bodyPr>
          <a:lstStyle/>
          <a:p>
            <a:pPr indent="0" lvl="0" marL="12700" marR="0" rtl="0" algn="l">
              <a:lnSpc>
                <a:spcPct val="100000"/>
              </a:lnSpc>
              <a:spcBef>
                <a:spcPts val="0"/>
              </a:spcBef>
              <a:spcAft>
                <a:spcPts val="0"/>
              </a:spcAft>
              <a:buNone/>
            </a:pPr>
            <a:r>
              <a:rPr lang="en-US" sz="550">
                <a:solidFill>
                  <a:srgbClr val="CCCCCC"/>
                </a:solidFill>
                <a:latin typeface="Noto Sans Symbols"/>
                <a:ea typeface="Noto Sans Symbols"/>
                <a:cs typeface="Noto Sans Symbols"/>
                <a:sym typeface="Noto Sans Symbols"/>
              </a:rPr>
              <a:t>■</a:t>
            </a:r>
            <a:endParaRPr sz="550">
              <a:solidFill>
                <a:schemeClr val="dk1"/>
              </a:solidFill>
              <a:latin typeface="Noto Sans Symbols"/>
              <a:ea typeface="Noto Sans Symbols"/>
              <a:cs typeface="Noto Sans Symbols"/>
              <a:sym typeface="Noto Sans Symbols"/>
            </a:endParaRPr>
          </a:p>
        </p:txBody>
      </p:sp>
      <p:sp>
        <p:nvSpPr>
          <p:cNvPr id="234" name="Google Shape;234;p15"/>
          <p:cNvSpPr txBox="1"/>
          <p:nvPr/>
        </p:nvSpPr>
        <p:spPr>
          <a:xfrm>
            <a:off x="1001062" y="2610104"/>
            <a:ext cx="1817370" cy="239395"/>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lang="en-US" sz="1200">
                <a:solidFill>
                  <a:schemeClr val="dk1"/>
                </a:solidFill>
                <a:latin typeface="Calibri"/>
                <a:ea typeface="Calibri"/>
                <a:cs typeface="Calibri"/>
                <a:sym typeface="Calibri"/>
              </a:rPr>
              <a:t>e.g: </a:t>
            </a:r>
            <a:r>
              <a:rPr b="1" i="1" lang="en-US" sz="1400">
                <a:solidFill>
                  <a:srgbClr val="4F6128"/>
                </a:solidFill>
                <a:latin typeface="Calibri"/>
                <a:ea typeface="Calibri"/>
                <a:cs typeface="Calibri"/>
                <a:sym typeface="Calibri"/>
              </a:rPr>
              <a:t>Google Spread Sheet</a:t>
            </a:r>
            <a:endParaRPr sz="1400">
              <a:solidFill>
                <a:schemeClr val="dk1"/>
              </a:solidFill>
              <a:latin typeface="Calibri"/>
              <a:ea typeface="Calibri"/>
              <a:cs typeface="Calibri"/>
              <a:sym typeface="Calibri"/>
            </a:endParaRPr>
          </a:p>
        </p:txBody>
      </p:sp>
      <p:sp>
        <p:nvSpPr>
          <p:cNvPr id="235" name="Google Shape;235;p15"/>
          <p:cNvSpPr txBox="1"/>
          <p:nvPr/>
        </p:nvSpPr>
        <p:spPr>
          <a:xfrm>
            <a:off x="369822" y="2980435"/>
            <a:ext cx="4009390" cy="299720"/>
          </a:xfrm>
          <a:prstGeom prst="rect">
            <a:avLst/>
          </a:prstGeom>
          <a:noFill/>
          <a:ln>
            <a:noFill/>
          </a:ln>
        </p:spPr>
        <p:txBody>
          <a:bodyPr anchorCtr="0" anchor="t" bIns="0" lIns="0" spcFirstLastPara="1" rIns="0" wrap="square" tIns="12700">
            <a:spAutoFit/>
          </a:bodyPr>
          <a:lstStyle/>
          <a:p>
            <a:pPr indent="-342900" lvl="0" marL="355600" marR="0" rtl="0" algn="l">
              <a:lnSpc>
                <a:spcPct val="100000"/>
              </a:lnSpc>
              <a:spcBef>
                <a:spcPts val="0"/>
              </a:spcBef>
              <a:spcAft>
                <a:spcPts val="0"/>
              </a:spcAft>
              <a:buClr>
                <a:srgbClr val="4F80BC"/>
              </a:buClr>
              <a:buSzPts val="1800"/>
              <a:buFont typeface="Arial"/>
              <a:buChar char="•"/>
            </a:pPr>
            <a:r>
              <a:rPr b="1" lang="en-US" sz="1800">
                <a:solidFill>
                  <a:schemeClr val="dk1"/>
                </a:solidFill>
                <a:latin typeface="Calibri"/>
                <a:ea typeface="Calibri"/>
                <a:cs typeface="Calibri"/>
                <a:sym typeface="Calibri"/>
              </a:rPr>
              <a:t>Cloud Infrastructure as a Service (IaaS)</a:t>
            </a:r>
            <a:endParaRPr sz="1800">
              <a:solidFill>
                <a:schemeClr val="dk1"/>
              </a:solidFill>
              <a:latin typeface="Calibri"/>
              <a:ea typeface="Calibri"/>
              <a:cs typeface="Calibri"/>
              <a:sym typeface="Calibri"/>
            </a:endParaRPr>
          </a:p>
        </p:txBody>
      </p:sp>
      <p:sp>
        <p:nvSpPr>
          <p:cNvPr id="236" name="Google Shape;236;p15"/>
          <p:cNvSpPr txBox="1"/>
          <p:nvPr/>
        </p:nvSpPr>
        <p:spPr>
          <a:xfrm>
            <a:off x="369822" y="3507740"/>
            <a:ext cx="76835" cy="107950"/>
          </a:xfrm>
          <a:prstGeom prst="rect">
            <a:avLst/>
          </a:prstGeom>
          <a:noFill/>
          <a:ln>
            <a:noFill/>
          </a:ln>
        </p:spPr>
        <p:txBody>
          <a:bodyPr anchorCtr="0" anchor="t" bIns="0" lIns="0" spcFirstLastPara="1" rIns="0" wrap="square" tIns="11425">
            <a:spAutoFit/>
          </a:bodyPr>
          <a:lstStyle/>
          <a:p>
            <a:pPr indent="0" lvl="0" marL="12700" marR="0" rtl="0" algn="l">
              <a:lnSpc>
                <a:spcPct val="100000"/>
              </a:lnSpc>
              <a:spcBef>
                <a:spcPts val="0"/>
              </a:spcBef>
              <a:spcAft>
                <a:spcPts val="0"/>
              </a:spcAft>
              <a:buNone/>
            </a:pPr>
            <a:r>
              <a:rPr lang="en-US" sz="550">
                <a:solidFill>
                  <a:srgbClr val="CCCCCC"/>
                </a:solidFill>
                <a:latin typeface="Noto Sans Symbols"/>
                <a:ea typeface="Noto Sans Symbols"/>
                <a:cs typeface="Noto Sans Symbols"/>
                <a:sym typeface="Noto Sans Symbols"/>
              </a:rPr>
              <a:t>■</a:t>
            </a:r>
            <a:endParaRPr sz="550">
              <a:solidFill>
                <a:schemeClr val="dk1"/>
              </a:solidFill>
              <a:latin typeface="Noto Sans Symbols"/>
              <a:ea typeface="Noto Sans Symbols"/>
              <a:cs typeface="Noto Sans Symbols"/>
              <a:sym typeface="Noto Sans Symbols"/>
            </a:endParaRPr>
          </a:p>
        </p:txBody>
      </p:sp>
      <p:sp>
        <p:nvSpPr>
          <p:cNvPr id="237" name="Google Shape;237;p15"/>
          <p:cNvSpPr txBox="1"/>
          <p:nvPr/>
        </p:nvSpPr>
        <p:spPr>
          <a:xfrm>
            <a:off x="369822" y="3754628"/>
            <a:ext cx="76835" cy="107950"/>
          </a:xfrm>
          <a:prstGeom prst="rect">
            <a:avLst/>
          </a:prstGeom>
          <a:noFill/>
          <a:ln>
            <a:noFill/>
          </a:ln>
        </p:spPr>
        <p:txBody>
          <a:bodyPr anchorCtr="0" anchor="t" bIns="0" lIns="0" spcFirstLastPara="1" rIns="0" wrap="square" tIns="11425">
            <a:spAutoFit/>
          </a:bodyPr>
          <a:lstStyle/>
          <a:p>
            <a:pPr indent="0" lvl="0" marL="12700" marR="0" rtl="0" algn="l">
              <a:lnSpc>
                <a:spcPct val="100000"/>
              </a:lnSpc>
              <a:spcBef>
                <a:spcPts val="0"/>
              </a:spcBef>
              <a:spcAft>
                <a:spcPts val="0"/>
              </a:spcAft>
              <a:buNone/>
            </a:pPr>
            <a:r>
              <a:rPr lang="en-US" sz="550">
                <a:solidFill>
                  <a:srgbClr val="CCCCCC"/>
                </a:solidFill>
                <a:latin typeface="Noto Sans Symbols"/>
                <a:ea typeface="Noto Sans Symbols"/>
                <a:cs typeface="Noto Sans Symbols"/>
                <a:sym typeface="Noto Sans Symbols"/>
              </a:rPr>
              <a:t>■</a:t>
            </a:r>
            <a:endParaRPr sz="550">
              <a:solidFill>
                <a:schemeClr val="dk1"/>
              </a:solidFill>
              <a:latin typeface="Noto Sans Symbols"/>
              <a:ea typeface="Noto Sans Symbols"/>
              <a:cs typeface="Noto Sans Symbols"/>
              <a:sym typeface="Noto Sans Symbols"/>
            </a:endParaRPr>
          </a:p>
        </p:txBody>
      </p:sp>
      <p:sp>
        <p:nvSpPr>
          <p:cNvPr id="238" name="Google Shape;238;p15"/>
          <p:cNvSpPr txBox="1"/>
          <p:nvPr/>
        </p:nvSpPr>
        <p:spPr>
          <a:xfrm>
            <a:off x="369822" y="4021633"/>
            <a:ext cx="76835" cy="107950"/>
          </a:xfrm>
          <a:prstGeom prst="rect">
            <a:avLst/>
          </a:prstGeom>
          <a:noFill/>
          <a:ln>
            <a:noFill/>
          </a:ln>
        </p:spPr>
        <p:txBody>
          <a:bodyPr anchorCtr="0" anchor="t" bIns="0" lIns="0" spcFirstLastPara="1" rIns="0" wrap="square" tIns="11425">
            <a:spAutoFit/>
          </a:bodyPr>
          <a:lstStyle/>
          <a:p>
            <a:pPr indent="0" lvl="0" marL="12700" marR="0" rtl="0" algn="l">
              <a:lnSpc>
                <a:spcPct val="100000"/>
              </a:lnSpc>
              <a:spcBef>
                <a:spcPts val="0"/>
              </a:spcBef>
              <a:spcAft>
                <a:spcPts val="0"/>
              </a:spcAft>
              <a:buNone/>
            </a:pPr>
            <a:r>
              <a:rPr lang="en-US" sz="550">
                <a:solidFill>
                  <a:srgbClr val="CCCCCC"/>
                </a:solidFill>
                <a:latin typeface="Noto Sans Symbols"/>
                <a:ea typeface="Noto Sans Symbols"/>
                <a:cs typeface="Noto Sans Symbols"/>
                <a:sym typeface="Noto Sans Symbols"/>
              </a:rPr>
              <a:t>■</a:t>
            </a:r>
            <a:endParaRPr sz="550">
              <a:solidFill>
                <a:schemeClr val="dk1"/>
              </a:solidFill>
              <a:latin typeface="Noto Sans Symbols"/>
              <a:ea typeface="Noto Sans Symbols"/>
              <a:cs typeface="Noto Sans Symbols"/>
              <a:sym typeface="Noto Sans Symbols"/>
            </a:endParaRPr>
          </a:p>
        </p:txBody>
      </p:sp>
      <p:sp>
        <p:nvSpPr>
          <p:cNvPr id="239" name="Google Shape;239;p15"/>
          <p:cNvSpPr txBox="1"/>
          <p:nvPr/>
        </p:nvSpPr>
        <p:spPr>
          <a:xfrm>
            <a:off x="1001062" y="3360343"/>
            <a:ext cx="6946900" cy="1066959"/>
          </a:xfrm>
          <a:prstGeom prst="rect">
            <a:avLst/>
          </a:prstGeom>
          <a:noFill/>
          <a:ln>
            <a:noFill/>
          </a:ln>
        </p:spPr>
        <p:txBody>
          <a:bodyPr anchorCtr="0" anchor="t" bIns="0" lIns="0" spcFirstLastPara="1" rIns="0" wrap="square" tIns="76200">
            <a:spAutoFit/>
          </a:bodyPr>
          <a:lstStyle/>
          <a:p>
            <a:pPr indent="0" lvl="0" marL="12700" marR="0" rtl="0" algn="l">
              <a:lnSpc>
                <a:spcPct val="100000"/>
              </a:lnSpc>
              <a:spcBef>
                <a:spcPts val="0"/>
              </a:spcBef>
              <a:spcAft>
                <a:spcPts val="0"/>
              </a:spcAft>
              <a:buNone/>
            </a:pPr>
            <a:r>
              <a:rPr lang="en-US" sz="1400">
                <a:solidFill>
                  <a:schemeClr val="dk1"/>
                </a:solidFill>
                <a:latin typeface="Calibri"/>
                <a:ea typeface="Calibri"/>
                <a:cs typeface="Calibri"/>
                <a:sym typeface="Calibri"/>
              </a:rPr>
              <a:t>The capability provided to provision processing, storage, networks, and other fundamental computing resources</a:t>
            </a:r>
            <a:endParaRPr sz="1400">
              <a:solidFill>
                <a:schemeClr val="dk1"/>
              </a:solidFill>
              <a:latin typeface="Calibri"/>
              <a:ea typeface="Calibri"/>
              <a:cs typeface="Calibri"/>
              <a:sym typeface="Calibri"/>
            </a:endParaRPr>
          </a:p>
          <a:p>
            <a:pPr indent="0" lvl="0" marL="12700" marR="0" rtl="0" algn="l">
              <a:lnSpc>
                <a:spcPct val="100000"/>
              </a:lnSpc>
              <a:spcBef>
                <a:spcPts val="505"/>
              </a:spcBef>
              <a:spcAft>
                <a:spcPts val="0"/>
              </a:spcAft>
              <a:buNone/>
            </a:pPr>
            <a:r>
              <a:rPr lang="en-US" sz="1400">
                <a:solidFill>
                  <a:schemeClr val="dk1"/>
                </a:solidFill>
                <a:latin typeface="Calibri"/>
                <a:ea typeface="Calibri"/>
                <a:cs typeface="Calibri"/>
                <a:sym typeface="Calibri"/>
              </a:rPr>
              <a:t>Consumer can deploy and run arbitrary software</a:t>
            </a:r>
            <a:endParaRPr sz="1400">
              <a:solidFill>
                <a:schemeClr val="dk1"/>
              </a:solidFill>
              <a:latin typeface="Calibri"/>
              <a:ea typeface="Calibri"/>
              <a:cs typeface="Calibri"/>
              <a:sym typeface="Calibri"/>
            </a:endParaRPr>
          </a:p>
          <a:p>
            <a:pPr indent="0" lvl="0" marL="47625" marR="0" rtl="0" algn="l">
              <a:lnSpc>
                <a:spcPct val="100000"/>
              </a:lnSpc>
              <a:spcBef>
                <a:spcPts val="459"/>
              </a:spcBef>
              <a:spcAft>
                <a:spcPts val="0"/>
              </a:spcAft>
              <a:buNone/>
            </a:pPr>
            <a:r>
              <a:rPr lang="en-US" sz="1400">
                <a:solidFill>
                  <a:schemeClr val="dk1"/>
                </a:solidFill>
                <a:latin typeface="Calibri"/>
                <a:ea typeface="Calibri"/>
                <a:cs typeface="Calibri"/>
                <a:sym typeface="Calibri"/>
              </a:rPr>
              <a:t>e.g: </a:t>
            </a:r>
            <a:r>
              <a:rPr b="1" i="1" lang="en-US" sz="1400">
                <a:solidFill>
                  <a:srgbClr val="4F6128"/>
                </a:solidFill>
                <a:latin typeface="Calibri"/>
                <a:ea typeface="Calibri"/>
                <a:cs typeface="Calibri"/>
                <a:sym typeface="Calibri"/>
              </a:rPr>
              <a:t>Amazon Web Services and Flexi scale</a:t>
            </a:r>
            <a:r>
              <a:rPr b="1" lang="en-US" sz="1400">
                <a:solidFill>
                  <a:schemeClr val="dk1"/>
                </a:solidFill>
                <a:latin typeface="Calibri"/>
                <a:ea typeface="Calibri"/>
                <a:cs typeface="Calibri"/>
                <a:sym typeface="Calibri"/>
              </a:rPr>
              <a:t>.</a:t>
            </a:r>
            <a:endParaRPr sz="1400">
              <a:solidFill>
                <a:schemeClr val="dk1"/>
              </a:solidFill>
              <a:latin typeface="Calibri"/>
              <a:ea typeface="Calibri"/>
              <a:cs typeface="Calibri"/>
              <a:sym typeface="Calibri"/>
            </a:endParaRPr>
          </a:p>
        </p:txBody>
      </p:sp>
      <p:sp>
        <p:nvSpPr>
          <p:cNvPr id="240" name="Google Shape;240;p15"/>
          <p:cNvSpPr txBox="1"/>
          <p:nvPr>
            <p:ph idx="11" type="ftr"/>
          </p:nvPr>
        </p:nvSpPr>
        <p:spPr>
          <a:xfrm>
            <a:off x="3028950" y="4767263"/>
            <a:ext cx="3086100" cy="273844"/>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Department of Computer Application </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sp>
        <p:nvSpPr>
          <p:cNvPr id="245" name="Google Shape;245;p16"/>
          <p:cNvSpPr txBox="1"/>
          <p:nvPr>
            <p:ph type="title"/>
          </p:nvPr>
        </p:nvSpPr>
        <p:spPr>
          <a:xfrm>
            <a:off x="1888617" y="358516"/>
            <a:ext cx="4755515" cy="381515"/>
          </a:xfrm>
          <a:prstGeom prst="rect">
            <a:avLst/>
          </a:prstGeom>
          <a:noFill/>
          <a:ln>
            <a:noFill/>
          </a:ln>
        </p:spPr>
        <p:txBody>
          <a:bodyPr anchorCtr="0" anchor="ctr" bIns="0" lIns="0" spcFirstLastPara="1" rIns="0" wrap="square" tIns="12050">
            <a:spAutoFit/>
          </a:bodyPr>
          <a:lstStyle/>
          <a:p>
            <a:pPr indent="0" lvl="0" marL="12700" rtl="0" algn="ctr">
              <a:lnSpc>
                <a:spcPct val="100000"/>
              </a:lnSpc>
              <a:spcBef>
                <a:spcPts val="0"/>
              </a:spcBef>
              <a:spcAft>
                <a:spcPts val="0"/>
              </a:spcAft>
              <a:buClr>
                <a:schemeClr val="dk1"/>
              </a:buClr>
              <a:buSzPts val="2400"/>
              <a:buFont typeface="Calibri"/>
              <a:buNone/>
            </a:pPr>
            <a:r>
              <a:rPr b="1" lang="en-US" sz="2400"/>
              <a:t>Cloud Services Models</a:t>
            </a:r>
            <a:endParaRPr b="1" sz="2400"/>
          </a:p>
        </p:txBody>
      </p:sp>
      <p:sp>
        <p:nvSpPr>
          <p:cNvPr id="246" name="Google Shape;246;p16"/>
          <p:cNvSpPr txBox="1"/>
          <p:nvPr>
            <p:ph idx="12" type="sldNum"/>
          </p:nvPr>
        </p:nvSpPr>
        <p:spPr>
          <a:xfrm>
            <a:off x="6457950" y="4767263"/>
            <a:ext cx="2057400" cy="273844"/>
          </a:xfrm>
          <a:prstGeom prst="rect">
            <a:avLst/>
          </a:prstGeom>
          <a:noFill/>
          <a:ln>
            <a:noFill/>
          </a:ln>
        </p:spPr>
        <p:txBody>
          <a:bodyPr anchorCtr="0" anchor="ctr" bIns="0" lIns="0" spcFirstLastPara="1" rIns="0" wrap="square" tIns="5700">
            <a:spAutoFit/>
          </a:bodyPr>
          <a:lstStyle/>
          <a:p>
            <a:pPr indent="0" lvl="0" marL="38100" rtl="0" algn="r">
              <a:lnSpc>
                <a:spcPct val="100000"/>
              </a:lnSpc>
              <a:spcBef>
                <a:spcPts val="0"/>
              </a:spcBef>
              <a:spcAft>
                <a:spcPts val="0"/>
              </a:spcAft>
              <a:buNone/>
            </a:pPr>
            <a:r>
              <a:rPr lang="en-US"/>
              <a:t>8</a:t>
            </a:r>
            <a:endParaRPr/>
          </a:p>
        </p:txBody>
      </p:sp>
      <p:sp>
        <p:nvSpPr>
          <p:cNvPr id="247" name="Google Shape;247;p16"/>
          <p:cNvSpPr txBox="1"/>
          <p:nvPr/>
        </p:nvSpPr>
        <p:spPr>
          <a:xfrm>
            <a:off x="461262" y="1140713"/>
            <a:ext cx="3024505" cy="330835"/>
          </a:xfrm>
          <a:prstGeom prst="rect">
            <a:avLst/>
          </a:prstGeom>
          <a:noFill/>
          <a:ln>
            <a:noFill/>
          </a:ln>
        </p:spPr>
        <p:txBody>
          <a:bodyPr anchorCtr="0" anchor="t" bIns="0" lIns="0" spcFirstLastPara="1" rIns="0" wrap="square" tIns="13325">
            <a:spAutoFit/>
          </a:bodyPr>
          <a:lstStyle/>
          <a:p>
            <a:pPr indent="0" lvl="0" marL="12700" marR="0" rtl="0" algn="l">
              <a:lnSpc>
                <a:spcPct val="100000"/>
              </a:lnSpc>
              <a:spcBef>
                <a:spcPts val="0"/>
              </a:spcBef>
              <a:spcAft>
                <a:spcPts val="0"/>
              </a:spcAft>
              <a:buNone/>
            </a:pPr>
            <a:r>
              <a:rPr b="1" i="1" lang="en-US" sz="2000">
                <a:solidFill>
                  <a:schemeClr val="dk1"/>
                </a:solidFill>
                <a:latin typeface="Calibri"/>
                <a:ea typeface="Calibri"/>
                <a:cs typeface="Calibri"/>
                <a:sym typeface="Calibri"/>
              </a:rPr>
              <a:t>Platform as a Service (PaaS)</a:t>
            </a:r>
            <a:endParaRPr sz="2000">
              <a:solidFill>
                <a:schemeClr val="dk1"/>
              </a:solidFill>
              <a:latin typeface="Calibri"/>
              <a:ea typeface="Calibri"/>
              <a:cs typeface="Calibri"/>
              <a:sym typeface="Calibri"/>
            </a:endParaRPr>
          </a:p>
        </p:txBody>
      </p:sp>
      <p:sp>
        <p:nvSpPr>
          <p:cNvPr id="248" name="Google Shape;248;p16"/>
          <p:cNvSpPr txBox="1"/>
          <p:nvPr/>
        </p:nvSpPr>
        <p:spPr>
          <a:xfrm>
            <a:off x="531731" y="1776069"/>
            <a:ext cx="85725" cy="122555"/>
          </a:xfrm>
          <a:prstGeom prst="rect">
            <a:avLst/>
          </a:prstGeom>
          <a:noFill/>
          <a:ln>
            <a:noFill/>
          </a:ln>
        </p:spPr>
        <p:txBody>
          <a:bodyPr anchorCtr="0" anchor="t" bIns="0" lIns="0" spcFirstLastPara="1" rIns="0" wrap="square" tIns="17125">
            <a:spAutoFit/>
          </a:bodyPr>
          <a:lstStyle/>
          <a:p>
            <a:pPr indent="0" lvl="0" marL="12700" marR="0" rtl="0" algn="l">
              <a:lnSpc>
                <a:spcPct val="100000"/>
              </a:lnSpc>
              <a:spcBef>
                <a:spcPts val="0"/>
              </a:spcBef>
              <a:spcAft>
                <a:spcPts val="0"/>
              </a:spcAft>
              <a:buNone/>
            </a:pPr>
            <a:r>
              <a:rPr lang="en-US" sz="600">
                <a:solidFill>
                  <a:srgbClr val="CCCCCC"/>
                </a:solidFill>
                <a:latin typeface="Noto Sans Symbols"/>
                <a:ea typeface="Noto Sans Symbols"/>
                <a:cs typeface="Noto Sans Symbols"/>
                <a:sym typeface="Noto Sans Symbols"/>
              </a:rPr>
              <a:t>■</a:t>
            </a:r>
            <a:endParaRPr sz="600">
              <a:solidFill>
                <a:schemeClr val="dk1"/>
              </a:solidFill>
              <a:latin typeface="Noto Sans Symbols"/>
              <a:ea typeface="Noto Sans Symbols"/>
              <a:cs typeface="Noto Sans Symbols"/>
              <a:sym typeface="Noto Sans Symbols"/>
            </a:endParaRPr>
          </a:p>
        </p:txBody>
      </p:sp>
      <p:sp>
        <p:nvSpPr>
          <p:cNvPr id="249" name="Google Shape;249;p16"/>
          <p:cNvSpPr txBox="1"/>
          <p:nvPr/>
        </p:nvSpPr>
        <p:spPr>
          <a:xfrm>
            <a:off x="1092498" y="1492757"/>
            <a:ext cx="7746365" cy="1083245"/>
          </a:xfrm>
          <a:prstGeom prst="rect">
            <a:avLst/>
          </a:prstGeom>
          <a:noFill/>
          <a:ln>
            <a:noFill/>
          </a:ln>
        </p:spPr>
        <p:txBody>
          <a:bodyPr anchorCtr="0" anchor="t" bIns="0" lIns="0" spcFirstLastPara="1" rIns="0" wrap="square" tIns="13325">
            <a:spAutoFit/>
          </a:bodyPr>
          <a:lstStyle/>
          <a:p>
            <a:pPr indent="0" lvl="0" marL="12700" marR="5080" rtl="0" algn="just">
              <a:lnSpc>
                <a:spcPct val="150000"/>
              </a:lnSpc>
              <a:spcBef>
                <a:spcPts val="0"/>
              </a:spcBef>
              <a:spcAft>
                <a:spcPts val="0"/>
              </a:spcAft>
              <a:buNone/>
            </a:pPr>
            <a:r>
              <a:rPr lang="en-US" sz="1600">
                <a:solidFill>
                  <a:schemeClr val="dk1"/>
                </a:solidFill>
                <a:latin typeface="Calibri"/>
                <a:ea typeface="Calibri"/>
                <a:cs typeface="Calibri"/>
                <a:sym typeface="Calibri"/>
              </a:rPr>
              <a:t>The capability provided to the consumer is to deploy onto the cloud infrastructure consumer-created or  acquired applications created using programming languages, libraries, services, and tools supported by the  provider.</a:t>
            </a:r>
            <a:endParaRPr sz="1600">
              <a:solidFill>
                <a:schemeClr val="dk1"/>
              </a:solidFill>
              <a:latin typeface="Calibri"/>
              <a:ea typeface="Calibri"/>
              <a:cs typeface="Calibri"/>
              <a:sym typeface="Calibri"/>
            </a:endParaRPr>
          </a:p>
        </p:txBody>
      </p:sp>
      <p:sp>
        <p:nvSpPr>
          <p:cNvPr id="250" name="Google Shape;250;p16"/>
          <p:cNvSpPr txBox="1"/>
          <p:nvPr/>
        </p:nvSpPr>
        <p:spPr>
          <a:xfrm>
            <a:off x="531731" y="2876550"/>
            <a:ext cx="86360" cy="123189"/>
          </a:xfrm>
          <a:prstGeom prst="rect">
            <a:avLst/>
          </a:prstGeom>
          <a:noFill/>
          <a:ln>
            <a:noFill/>
          </a:ln>
        </p:spPr>
        <p:txBody>
          <a:bodyPr anchorCtr="0" anchor="t" bIns="0" lIns="0" spcFirstLastPara="1" rIns="0" wrap="square" tIns="17125">
            <a:spAutoFit/>
          </a:bodyPr>
          <a:lstStyle/>
          <a:p>
            <a:pPr indent="0" lvl="0" marL="12700" marR="0" rtl="0" algn="l">
              <a:lnSpc>
                <a:spcPct val="100000"/>
              </a:lnSpc>
              <a:spcBef>
                <a:spcPts val="0"/>
              </a:spcBef>
              <a:spcAft>
                <a:spcPts val="0"/>
              </a:spcAft>
              <a:buNone/>
            </a:pPr>
            <a:r>
              <a:rPr lang="en-US" sz="600">
                <a:solidFill>
                  <a:srgbClr val="CCCCCC"/>
                </a:solidFill>
                <a:latin typeface="Noto Sans Symbols"/>
                <a:ea typeface="Noto Sans Symbols"/>
                <a:cs typeface="Noto Sans Symbols"/>
                <a:sym typeface="Noto Sans Symbols"/>
              </a:rPr>
              <a:t>■</a:t>
            </a:r>
            <a:endParaRPr sz="600">
              <a:solidFill>
                <a:schemeClr val="dk1"/>
              </a:solidFill>
              <a:latin typeface="Noto Sans Symbols"/>
              <a:ea typeface="Noto Sans Symbols"/>
              <a:cs typeface="Noto Sans Symbols"/>
              <a:sym typeface="Noto Sans Symbols"/>
            </a:endParaRPr>
          </a:p>
        </p:txBody>
      </p:sp>
      <p:sp>
        <p:nvSpPr>
          <p:cNvPr id="251" name="Google Shape;251;p16"/>
          <p:cNvSpPr txBox="1"/>
          <p:nvPr/>
        </p:nvSpPr>
        <p:spPr>
          <a:xfrm>
            <a:off x="990600" y="2724150"/>
            <a:ext cx="7746365" cy="1085169"/>
          </a:xfrm>
          <a:prstGeom prst="rect">
            <a:avLst/>
          </a:prstGeom>
          <a:noFill/>
          <a:ln>
            <a:noFill/>
          </a:ln>
        </p:spPr>
        <p:txBody>
          <a:bodyPr anchorCtr="0" anchor="t" bIns="0" lIns="0" spcFirstLastPara="1" rIns="0" wrap="square" tIns="15225">
            <a:spAutoFit/>
          </a:bodyPr>
          <a:lstStyle/>
          <a:p>
            <a:pPr indent="0" lvl="0" marL="12700" marR="5080" rtl="0" algn="just">
              <a:lnSpc>
                <a:spcPct val="150000"/>
              </a:lnSpc>
              <a:spcBef>
                <a:spcPts val="0"/>
              </a:spcBef>
              <a:spcAft>
                <a:spcPts val="0"/>
              </a:spcAft>
              <a:buNone/>
            </a:pPr>
            <a:r>
              <a:rPr lang="en-US" sz="1600">
                <a:solidFill>
                  <a:schemeClr val="dk1"/>
                </a:solidFill>
                <a:latin typeface="Calibri"/>
                <a:ea typeface="Calibri"/>
                <a:cs typeface="Calibri"/>
                <a:sym typeface="Calibri"/>
              </a:rPr>
              <a:t>The consumer does not manage or control the underlying cloud infrastructure including network, servers,  operating systems, or storage, but has control over the deployed applications and possibly configuration  settings for the application-hosting environment.</a:t>
            </a:r>
            <a:endParaRPr sz="1600">
              <a:solidFill>
                <a:schemeClr val="dk1"/>
              </a:solidFill>
              <a:latin typeface="Calibri"/>
              <a:ea typeface="Calibri"/>
              <a:cs typeface="Calibri"/>
              <a:sym typeface="Calibri"/>
            </a:endParaRPr>
          </a:p>
        </p:txBody>
      </p:sp>
      <p:sp>
        <p:nvSpPr>
          <p:cNvPr id="252" name="Google Shape;252;p16"/>
          <p:cNvSpPr txBox="1"/>
          <p:nvPr>
            <p:ph idx="11" type="ftr"/>
          </p:nvPr>
        </p:nvSpPr>
        <p:spPr>
          <a:xfrm>
            <a:off x="3028950" y="4767263"/>
            <a:ext cx="3086100" cy="273844"/>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Department of Computer Application </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 name="Shape 256"/>
        <p:cNvGrpSpPr/>
        <p:nvPr/>
      </p:nvGrpSpPr>
      <p:grpSpPr>
        <a:xfrm>
          <a:off x="0" y="0"/>
          <a:ext cx="0" cy="0"/>
          <a:chOff x="0" y="0"/>
          <a:chExt cx="0" cy="0"/>
        </a:xfrm>
      </p:grpSpPr>
      <p:sp>
        <p:nvSpPr>
          <p:cNvPr id="257" name="Google Shape;257;p17"/>
          <p:cNvSpPr txBox="1"/>
          <p:nvPr>
            <p:ph type="title"/>
          </p:nvPr>
        </p:nvSpPr>
        <p:spPr>
          <a:xfrm>
            <a:off x="2248280" y="468575"/>
            <a:ext cx="4754880" cy="381515"/>
          </a:xfrm>
          <a:prstGeom prst="rect">
            <a:avLst/>
          </a:prstGeom>
          <a:noFill/>
          <a:ln>
            <a:noFill/>
          </a:ln>
        </p:spPr>
        <p:txBody>
          <a:bodyPr anchorCtr="0" anchor="ctr" bIns="0" lIns="0" spcFirstLastPara="1" rIns="0" wrap="square" tIns="12050">
            <a:spAutoFit/>
          </a:bodyPr>
          <a:lstStyle/>
          <a:p>
            <a:pPr indent="0" lvl="0" marL="12700" rtl="0" algn="ctr">
              <a:lnSpc>
                <a:spcPct val="100000"/>
              </a:lnSpc>
              <a:spcBef>
                <a:spcPts val="0"/>
              </a:spcBef>
              <a:spcAft>
                <a:spcPts val="0"/>
              </a:spcAft>
              <a:buClr>
                <a:schemeClr val="dk1"/>
              </a:buClr>
              <a:buSzPts val="2400"/>
              <a:buFont typeface="Calibri"/>
              <a:buNone/>
            </a:pPr>
            <a:r>
              <a:rPr b="1" lang="en-US" sz="2400">
                <a:latin typeface="Calibri"/>
                <a:ea typeface="Calibri"/>
                <a:cs typeface="Calibri"/>
                <a:sym typeface="Calibri"/>
              </a:rPr>
              <a:t>Cloud Services Models</a:t>
            </a:r>
            <a:endParaRPr b="1" sz="2400">
              <a:latin typeface="Calibri"/>
              <a:ea typeface="Calibri"/>
              <a:cs typeface="Calibri"/>
              <a:sym typeface="Calibri"/>
            </a:endParaRPr>
          </a:p>
        </p:txBody>
      </p:sp>
      <p:sp>
        <p:nvSpPr>
          <p:cNvPr id="258" name="Google Shape;258;p17"/>
          <p:cNvSpPr txBox="1"/>
          <p:nvPr>
            <p:ph idx="12" type="sldNum"/>
          </p:nvPr>
        </p:nvSpPr>
        <p:spPr>
          <a:xfrm>
            <a:off x="6457950" y="4767263"/>
            <a:ext cx="2057400" cy="273844"/>
          </a:xfrm>
          <a:prstGeom prst="rect">
            <a:avLst/>
          </a:prstGeom>
          <a:noFill/>
          <a:ln>
            <a:noFill/>
          </a:ln>
        </p:spPr>
        <p:txBody>
          <a:bodyPr anchorCtr="0" anchor="ctr" bIns="0" lIns="0" spcFirstLastPara="1" rIns="0" wrap="square" tIns="5700">
            <a:spAutoFit/>
          </a:bodyPr>
          <a:lstStyle/>
          <a:p>
            <a:pPr indent="0" lvl="0" marL="38100" rtl="0" algn="r">
              <a:lnSpc>
                <a:spcPct val="100000"/>
              </a:lnSpc>
              <a:spcBef>
                <a:spcPts val="0"/>
              </a:spcBef>
              <a:spcAft>
                <a:spcPts val="0"/>
              </a:spcAft>
              <a:buNone/>
            </a:pPr>
            <a:r>
              <a:rPr lang="en-US"/>
              <a:t>9</a:t>
            </a:r>
            <a:endParaRPr/>
          </a:p>
        </p:txBody>
      </p:sp>
      <p:pic>
        <p:nvPicPr>
          <p:cNvPr id="259" name="Google Shape;259;p17"/>
          <p:cNvPicPr preferRelativeResize="0"/>
          <p:nvPr/>
        </p:nvPicPr>
        <p:blipFill rotWithShape="1">
          <a:blip r:embed="rId3">
            <a:alphaModFix/>
          </a:blip>
          <a:srcRect b="0" l="0" r="0" t="0"/>
          <a:stretch/>
        </p:blipFill>
        <p:spPr>
          <a:xfrm>
            <a:off x="152400" y="1243984"/>
            <a:ext cx="4114800" cy="3044063"/>
          </a:xfrm>
          <a:prstGeom prst="rect">
            <a:avLst/>
          </a:prstGeom>
          <a:noFill/>
          <a:ln>
            <a:noFill/>
          </a:ln>
        </p:spPr>
      </p:pic>
      <p:sp>
        <p:nvSpPr>
          <p:cNvPr id="260" name="Google Shape;260;p17"/>
          <p:cNvSpPr txBox="1"/>
          <p:nvPr>
            <p:ph idx="11" type="ftr"/>
          </p:nvPr>
        </p:nvSpPr>
        <p:spPr>
          <a:xfrm>
            <a:off x="3028950" y="4767263"/>
            <a:ext cx="3086100" cy="273844"/>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Department of Computer Application</a:t>
            </a:r>
            <a:endParaRPr/>
          </a:p>
          <a:p>
            <a:pPr indent="0" lvl="0" marL="0" rtl="0" algn="ctr">
              <a:spcBef>
                <a:spcPts val="0"/>
              </a:spcBef>
              <a:spcAft>
                <a:spcPts val="0"/>
              </a:spcAft>
              <a:buNone/>
            </a:pPr>
            <a:r>
              <a:t/>
            </a:r>
            <a:endParaRPr/>
          </a:p>
        </p:txBody>
      </p:sp>
      <p:pic>
        <p:nvPicPr>
          <p:cNvPr descr="C:\Users\vvksh\OneDrive\Pictures\Screenshots\2021-10-13 (5).png" id="261" name="Google Shape;261;p17"/>
          <p:cNvPicPr preferRelativeResize="0"/>
          <p:nvPr/>
        </p:nvPicPr>
        <p:blipFill rotWithShape="1">
          <a:blip r:embed="rId4">
            <a:alphaModFix/>
          </a:blip>
          <a:srcRect b="16979" l="21889" r="24931" t="24998"/>
          <a:stretch/>
        </p:blipFill>
        <p:spPr>
          <a:xfrm>
            <a:off x="4267200" y="1161119"/>
            <a:ext cx="4876800" cy="329565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sp>
        <p:nvSpPr>
          <p:cNvPr id="266" name="Google Shape;266;p18"/>
          <p:cNvSpPr txBox="1"/>
          <p:nvPr>
            <p:ph type="title"/>
          </p:nvPr>
        </p:nvSpPr>
        <p:spPr>
          <a:xfrm>
            <a:off x="1752600" y="513292"/>
            <a:ext cx="6267450" cy="382797"/>
          </a:xfrm>
          <a:prstGeom prst="rect">
            <a:avLst/>
          </a:prstGeom>
          <a:noFill/>
          <a:ln>
            <a:noFill/>
          </a:ln>
        </p:spPr>
        <p:txBody>
          <a:bodyPr anchorCtr="0" anchor="ctr" bIns="0" lIns="0" spcFirstLastPara="1" rIns="0" wrap="square" tIns="13325">
            <a:spAutoFit/>
          </a:bodyPr>
          <a:lstStyle/>
          <a:p>
            <a:pPr indent="0" lvl="0" marL="12700" rtl="0" algn="ctr">
              <a:lnSpc>
                <a:spcPct val="100000"/>
              </a:lnSpc>
              <a:spcBef>
                <a:spcPts val="0"/>
              </a:spcBef>
              <a:spcAft>
                <a:spcPts val="0"/>
              </a:spcAft>
              <a:buClr>
                <a:schemeClr val="dk1"/>
              </a:buClr>
              <a:buSzPts val="2400"/>
              <a:buFont typeface="Calibri"/>
              <a:buNone/>
            </a:pPr>
            <a:r>
              <a:rPr b="1" lang="en-US" sz="2400"/>
              <a:t>Types of Cloud (Deployment Models)</a:t>
            </a:r>
            <a:endParaRPr/>
          </a:p>
        </p:txBody>
      </p:sp>
      <p:sp>
        <p:nvSpPr>
          <p:cNvPr id="267" name="Google Shape;267;p18"/>
          <p:cNvSpPr txBox="1"/>
          <p:nvPr>
            <p:ph idx="12" type="sldNum"/>
          </p:nvPr>
        </p:nvSpPr>
        <p:spPr>
          <a:xfrm>
            <a:off x="6457950" y="4767263"/>
            <a:ext cx="2057400" cy="273844"/>
          </a:xfrm>
          <a:prstGeom prst="rect">
            <a:avLst/>
          </a:prstGeom>
          <a:noFill/>
          <a:ln>
            <a:noFill/>
          </a:ln>
        </p:spPr>
        <p:txBody>
          <a:bodyPr anchorCtr="0" anchor="ctr" bIns="0" lIns="0" spcFirstLastPara="1" rIns="0" wrap="square" tIns="5700">
            <a:spAutoFit/>
          </a:bodyPr>
          <a:lstStyle/>
          <a:p>
            <a:pPr indent="0" lvl="0" marL="38100" rtl="0" algn="r">
              <a:lnSpc>
                <a:spcPct val="100000"/>
              </a:lnSpc>
              <a:spcBef>
                <a:spcPts val="0"/>
              </a:spcBef>
              <a:spcAft>
                <a:spcPts val="0"/>
              </a:spcAft>
              <a:buNone/>
            </a:pPr>
            <a:r>
              <a:rPr lang="en-US"/>
              <a:t>10</a:t>
            </a:r>
            <a:endParaRPr/>
          </a:p>
        </p:txBody>
      </p:sp>
      <p:sp>
        <p:nvSpPr>
          <p:cNvPr id="268" name="Google Shape;268;p18"/>
          <p:cNvSpPr txBox="1"/>
          <p:nvPr/>
        </p:nvSpPr>
        <p:spPr>
          <a:xfrm>
            <a:off x="304800" y="971550"/>
            <a:ext cx="8324850" cy="3567643"/>
          </a:xfrm>
          <a:prstGeom prst="rect">
            <a:avLst/>
          </a:prstGeom>
          <a:noFill/>
          <a:ln>
            <a:noFill/>
          </a:ln>
        </p:spPr>
        <p:txBody>
          <a:bodyPr anchorCtr="0" anchor="t" bIns="0" lIns="0" spcFirstLastPara="1" rIns="0" wrap="square" tIns="88900">
            <a:spAutoFit/>
          </a:bodyPr>
          <a:lstStyle/>
          <a:p>
            <a:pPr indent="-391794" lvl="0" marL="403860" marR="0" rtl="0" algn="l">
              <a:lnSpc>
                <a:spcPct val="100000"/>
              </a:lnSpc>
              <a:spcBef>
                <a:spcPts val="0"/>
              </a:spcBef>
              <a:spcAft>
                <a:spcPts val="0"/>
              </a:spcAft>
              <a:buClr>
                <a:srgbClr val="4F80BC"/>
              </a:buClr>
              <a:buSzPts val="1600"/>
              <a:buFont typeface="Arial"/>
              <a:buChar char="•"/>
            </a:pPr>
            <a:r>
              <a:rPr b="1" lang="en-US" sz="1600">
                <a:solidFill>
                  <a:schemeClr val="dk1"/>
                </a:solidFill>
                <a:latin typeface="Calibri"/>
                <a:ea typeface="Calibri"/>
                <a:cs typeface="Calibri"/>
                <a:sym typeface="Calibri"/>
              </a:rPr>
              <a:t>Private cloud</a:t>
            </a:r>
            <a:endParaRPr sz="1600">
              <a:solidFill>
                <a:schemeClr val="dk1"/>
              </a:solidFill>
              <a:latin typeface="Calibri"/>
              <a:ea typeface="Calibri"/>
              <a:cs typeface="Calibri"/>
              <a:sym typeface="Calibri"/>
            </a:endParaRPr>
          </a:p>
          <a:p>
            <a:pPr indent="0" lvl="0" marL="403860" marR="0" rtl="0" algn="l">
              <a:lnSpc>
                <a:spcPct val="100000"/>
              </a:lnSpc>
              <a:spcBef>
                <a:spcPts val="600"/>
              </a:spcBef>
              <a:spcAft>
                <a:spcPts val="0"/>
              </a:spcAft>
              <a:buNone/>
            </a:pPr>
            <a:r>
              <a:rPr lang="en-US" sz="1600">
                <a:solidFill>
                  <a:schemeClr val="dk1"/>
                </a:solidFill>
                <a:latin typeface="Calibri"/>
                <a:ea typeface="Calibri"/>
                <a:cs typeface="Calibri"/>
                <a:sym typeface="Calibri"/>
              </a:rPr>
              <a:t>The cloud infrastructure is operated solely for an organization.</a:t>
            </a:r>
            <a:endParaRPr sz="1600">
              <a:solidFill>
                <a:schemeClr val="dk1"/>
              </a:solidFill>
              <a:latin typeface="Calibri"/>
              <a:ea typeface="Calibri"/>
              <a:cs typeface="Calibri"/>
              <a:sym typeface="Calibri"/>
            </a:endParaRPr>
          </a:p>
          <a:p>
            <a:pPr indent="0" lvl="0" marL="403860" marR="0" rtl="0" algn="l">
              <a:lnSpc>
                <a:spcPct val="100000"/>
              </a:lnSpc>
              <a:spcBef>
                <a:spcPts val="600"/>
              </a:spcBef>
              <a:spcAft>
                <a:spcPts val="0"/>
              </a:spcAft>
              <a:buNone/>
            </a:pPr>
            <a:r>
              <a:rPr lang="en-US" sz="1600">
                <a:solidFill>
                  <a:schemeClr val="dk1"/>
                </a:solidFill>
                <a:latin typeface="Calibri"/>
                <a:ea typeface="Calibri"/>
                <a:cs typeface="Calibri"/>
                <a:sym typeface="Calibri"/>
              </a:rPr>
              <a:t>e.g Window Server 'Hyper-V'.</a:t>
            </a:r>
            <a:endParaRPr sz="1600">
              <a:solidFill>
                <a:schemeClr val="dk1"/>
              </a:solidFill>
              <a:latin typeface="Calibri"/>
              <a:ea typeface="Calibri"/>
              <a:cs typeface="Calibri"/>
              <a:sym typeface="Calibri"/>
            </a:endParaRPr>
          </a:p>
          <a:p>
            <a:pPr indent="-391794" lvl="0" marL="403860" marR="0" rtl="0" algn="l">
              <a:lnSpc>
                <a:spcPct val="100000"/>
              </a:lnSpc>
              <a:spcBef>
                <a:spcPts val="600"/>
              </a:spcBef>
              <a:spcAft>
                <a:spcPts val="0"/>
              </a:spcAft>
              <a:buClr>
                <a:srgbClr val="4F80BC"/>
              </a:buClr>
              <a:buSzPts val="1600"/>
              <a:buFont typeface="Arial"/>
              <a:buChar char="•"/>
            </a:pPr>
            <a:r>
              <a:rPr b="1" lang="en-US" sz="1600">
                <a:solidFill>
                  <a:schemeClr val="dk1"/>
                </a:solidFill>
                <a:latin typeface="Calibri"/>
                <a:ea typeface="Calibri"/>
                <a:cs typeface="Calibri"/>
                <a:sym typeface="Calibri"/>
              </a:rPr>
              <a:t>Community cloud</a:t>
            </a:r>
            <a:endParaRPr sz="1600">
              <a:solidFill>
                <a:schemeClr val="dk1"/>
              </a:solidFill>
              <a:latin typeface="Calibri"/>
              <a:ea typeface="Calibri"/>
              <a:cs typeface="Calibri"/>
              <a:sym typeface="Calibri"/>
            </a:endParaRPr>
          </a:p>
          <a:p>
            <a:pPr indent="0" lvl="0" marL="403860" marR="0" rtl="0" algn="l">
              <a:lnSpc>
                <a:spcPct val="100000"/>
              </a:lnSpc>
              <a:spcBef>
                <a:spcPts val="605"/>
              </a:spcBef>
              <a:spcAft>
                <a:spcPts val="0"/>
              </a:spcAft>
              <a:buNone/>
            </a:pPr>
            <a:r>
              <a:rPr lang="en-US" sz="1600">
                <a:solidFill>
                  <a:schemeClr val="dk1"/>
                </a:solidFill>
                <a:latin typeface="Calibri"/>
                <a:ea typeface="Calibri"/>
                <a:cs typeface="Calibri"/>
                <a:sym typeface="Calibri"/>
              </a:rPr>
              <a:t>The cloud infrastructure is shared by several organizations and supports a specific goal.</a:t>
            </a:r>
            <a:endParaRPr sz="1600">
              <a:solidFill>
                <a:schemeClr val="dk1"/>
              </a:solidFill>
              <a:latin typeface="Calibri"/>
              <a:ea typeface="Calibri"/>
              <a:cs typeface="Calibri"/>
              <a:sym typeface="Calibri"/>
            </a:endParaRPr>
          </a:p>
          <a:p>
            <a:pPr indent="-391794" lvl="0" marL="403860" marR="0" rtl="0" algn="l">
              <a:lnSpc>
                <a:spcPct val="100000"/>
              </a:lnSpc>
              <a:spcBef>
                <a:spcPts val="600"/>
              </a:spcBef>
              <a:spcAft>
                <a:spcPts val="0"/>
              </a:spcAft>
              <a:buClr>
                <a:srgbClr val="4F80BC"/>
              </a:buClr>
              <a:buSzPts val="1600"/>
              <a:buFont typeface="Arial"/>
              <a:buChar char="•"/>
            </a:pPr>
            <a:r>
              <a:rPr b="1" lang="en-US" sz="1600">
                <a:solidFill>
                  <a:schemeClr val="dk1"/>
                </a:solidFill>
                <a:latin typeface="Calibri"/>
                <a:ea typeface="Calibri"/>
                <a:cs typeface="Calibri"/>
                <a:sym typeface="Calibri"/>
              </a:rPr>
              <a:t>Public cloud</a:t>
            </a:r>
            <a:endParaRPr sz="1600">
              <a:solidFill>
                <a:schemeClr val="dk1"/>
              </a:solidFill>
              <a:latin typeface="Calibri"/>
              <a:ea typeface="Calibri"/>
              <a:cs typeface="Calibri"/>
              <a:sym typeface="Calibri"/>
            </a:endParaRPr>
          </a:p>
          <a:p>
            <a:pPr indent="0" lvl="0" marL="403860" marR="0" rtl="0" algn="l">
              <a:lnSpc>
                <a:spcPct val="100000"/>
              </a:lnSpc>
              <a:spcBef>
                <a:spcPts val="600"/>
              </a:spcBef>
              <a:spcAft>
                <a:spcPts val="0"/>
              </a:spcAft>
              <a:buNone/>
            </a:pPr>
            <a:r>
              <a:rPr lang="en-US" sz="1600">
                <a:solidFill>
                  <a:schemeClr val="dk1"/>
                </a:solidFill>
                <a:latin typeface="Calibri"/>
                <a:ea typeface="Calibri"/>
                <a:cs typeface="Calibri"/>
                <a:sym typeface="Calibri"/>
              </a:rPr>
              <a:t>The cloud infrastructure is made available to the general public</a:t>
            </a:r>
            <a:endParaRPr sz="1600">
              <a:solidFill>
                <a:schemeClr val="dk1"/>
              </a:solidFill>
              <a:latin typeface="Calibri"/>
              <a:ea typeface="Calibri"/>
              <a:cs typeface="Calibri"/>
              <a:sym typeface="Calibri"/>
            </a:endParaRPr>
          </a:p>
          <a:p>
            <a:pPr indent="0" lvl="0" marL="403860" marR="0" rtl="0" algn="l">
              <a:lnSpc>
                <a:spcPct val="100000"/>
              </a:lnSpc>
              <a:spcBef>
                <a:spcPts val="600"/>
              </a:spcBef>
              <a:spcAft>
                <a:spcPts val="0"/>
              </a:spcAft>
              <a:buNone/>
            </a:pPr>
            <a:r>
              <a:rPr lang="en-US" sz="1600">
                <a:solidFill>
                  <a:schemeClr val="dk1"/>
                </a:solidFill>
                <a:latin typeface="Calibri"/>
                <a:ea typeface="Calibri"/>
                <a:cs typeface="Calibri"/>
                <a:sym typeface="Calibri"/>
              </a:rPr>
              <a:t>e.g Google Doc, Spreadsheet,</a:t>
            </a:r>
            <a:endParaRPr sz="1600">
              <a:solidFill>
                <a:schemeClr val="dk1"/>
              </a:solidFill>
              <a:latin typeface="Calibri"/>
              <a:ea typeface="Calibri"/>
              <a:cs typeface="Calibri"/>
              <a:sym typeface="Calibri"/>
            </a:endParaRPr>
          </a:p>
          <a:p>
            <a:pPr indent="-391794" lvl="0" marL="403860" marR="0" rtl="0" algn="l">
              <a:lnSpc>
                <a:spcPct val="100000"/>
              </a:lnSpc>
              <a:spcBef>
                <a:spcPts val="600"/>
              </a:spcBef>
              <a:spcAft>
                <a:spcPts val="0"/>
              </a:spcAft>
              <a:buClr>
                <a:srgbClr val="4F80BC"/>
              </a:buClr>
              <a:buSzPts val="1600"/>
              <a:buFont typeface="Arial"/>
              <a:buChar char="•"/>
            </a:pPr>
            <a:r>
              <a:rPr b="1" lang="en-US" sz="1600">
                <a:solidFill>
                  <a:schemeClr val="dk1"/>
                </a:solidFill>
                <a:latin typeface="Calibri"/>
                <a:ea typeface="Calibri"/>
                <a:cs typeface="Calibri"/>
                <a:sym typeface="Calibri"/>
              </a:rPr>
              <a:t>Hybrid cloud</a:t>
            </a:r>
            <a:endParaRPr sz="1600">
              <a:solidFill>
                <a:schemeClr val="dk1"/>
              </a:solidFill>
              <a:latin typeface="Calibri"/>
              <a:ea typeface="Calibri"/>
              <a:cs typeface="Calibri"/>
              <a:sym typeface="Calibri"/>
            </a:endParaRPr>
          </a:p>
          <a:p>
            <a:pPr indent="0" lvl="0" marL="403860" marR="0" rtl="0" algn="l">
              <a:lnSpc>
                <a:spcPct val="100000"/>
              </a:lnSpc>
              <a:spcBef>
                <a:spcPts val="600"/>
              </a:spcBef>
              <a:spcAft>
                <a:spcPts val="0"/>
              </a:spcAft>
              <a:buNone/>
            </a:pPr>
            <a:r>
              <a:rPr lang="en-US" sz="1600">
                <a:solidFill>
                  <a:schemeClr val="dk1"/>
                </a:solidFill>
                <a:latin typeface="Calibri"/>
                <a:ea typeface="Calibri"/>
                <a:cs typeface="Calibri"/>
                <a:sym typeface="Calibri"/>
              </a:rPr>
              <a:t>The cloud infrastructure is a composition of two or more clouds (private,	community, or public)</a:t>
            </a:r>
            <a:endParaRPr sz="1600">
              <a:solidFill>
                <a:schemeClr val="dk1"/>
              </a:solidFill>
              <a:latin typeface="Calibri"/>
              <a:ea typeface="Calibri"/>
              <a:cs typeface="Calibri"/>
              <a:sym typeface="Calibri"/>
            </a:endParaRPr>
          </a:p>
          <a:p>
            <a:pPr indent="0" lvl="0" marL="403860" marR="0" rtl="0" algn="l">
              <a:lnSpc>
                <a:spcPct val="100000"/>
              </a:lnSpc>
              <a:spcBef>
                <a:spcPts val="600"/>
              </a:spcBef>
              <a:spcAft>
                <a:spcPts val="0"/>
              </a:spcAft>
              <a:buNone/>
            </a:pPr>
            <a:r>
              <a:rPr lang="en-US" sz="1600">
                <a:solidFill>
                  <a:schemeClr val="dk1"/>
                </a:solidFill>
                <a:latin typeface="Calibri"/>
                <a:ea typeface="Calibri"/>
                <a:cs typeface="Calibri"/>
                <a:sym typeface="Calibri"/>
              </a:rPr>
              <a:t>e.g Cloud Bursting for load balancing between clouds.</a:t>
            </a:r>
            <a:endParaRPr sz="1600">
              <a:solidFill>
                <a:schemeClr val="dk1"/>
              </a:solidFill>
              <a:latin typeface="Calibri"/>
              <a:ea typeface="Calibri"/>
              <a:cs typeface="Calibri"/>
              <a:sym typeface="Calibri"/>
            </a:endParaRPr>
          </a:p>
        </p:txBody>
      </p:sp>
      <p:sp>
        <p:nvSpPr>
          <p:cNvPr id="269" name="Google Shape;269;p18"/>
          <p:cNvSpPr txBox="1"/>
          <p:nvPr>
            <p:ph idx="11" type="ftr"/>
          </p:nvPr>
        </p:nvSpPr>
        <p:spPr>
          <a:xfrm>
            <a:off x="3028950" y="4767263"/>
            <a:ext cx="3086100" cy="273844"/>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Department of Computer Application </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 name="Shape 273"/>
        <p:cNvGrpSpPr/>
        <p:nvPr/>
      </p:nvGrpSpPr>
      <p:grpSpPr>
        <a:xfrm>
          <a:off x="0" y="0"/>
          <a:ext cx="0" cy="0"/>
          <a:chOff x="0" y="0"/>
          <a:chExt cx="0" cy="0"/>
        </a:xfrm>
      </p:grpSpPr>
      <p:sp>
        <p:nvSpPr>
          <p:cNvPr id="274" name="Google Shape;274;p19"/>
          <p:cNvSpPr txBox="1"/>
          <p:nvPr>
            <p:ph type="title"/>
          </p:nvPr>
        </p:nvSpPr>
        <p:spPr>
          <a:xfrm>
            <a:off x="1752600" y="513292"/>
            <a:ext cx="6267450" cy="382797"/>
          </a:xfrm>
          <a:prstGeom prst="rect">
            <a:avLst/>
          </a:prstGeom>
          <a:noFill/>
          <a:ln>
            <a:noFill/>
          </a:ln>
        </p:spPr>
        <p:txBody>
          <a:bodyPr anchorCtr="0" anchor="ctr" bIns="0" lIns="0" spcFirstLastPara="1" rIns="0" wrap="square" tIns="13325">
            <a:spAutoFit/>
          </a:bodyPr>
          <a:lstStyle/>
          <a:p>
            <a:pPr indent="0" lvl="0" marL="12700" rtl="0" algn="ctr">
              <a:lnSpc>
                <a:spcPct val="100000"/>
              </a:lnSpc>
              <a:spcBef>
                <a:spcPts val="0"/>
              </a:spcBef>
              <a:spcAft>
                <a:spcPts val="0"/>
              </a:spcAft>
              <a:buClr>
                <a:schemeClr val="dk1"/>
              </a:buClr>
              <a:buSzPts val="2400"/>
              <a:buFont typeface="Calibri"/>
              <a:buNone/>
            </a:pPr>
            <a:r>
              <a:rPr b="1" lang="en-US" sz="2400"/>
              <a:t>Types of Cloud (Deployment Models)</a:t>
            </a:r>
            <a:endParaRPr/>
          </a:p>
        </p:txBody>
      </p:sp>
      <p:sp>
        <p:nvSpPr>
          <p:cNvPr id="275" name="Google Shape;275;p19"/>
          <p:cNvSpPr txBox="1"/>
          <p:nvPr>
            <p:ph idx="12" type="sldNum"/>
          </p:nvPr>
        </p:nvSpPr>
        <p:spPr>
          <a:xfrm>
            <a:off x="6457950" y="4767263"/>
            <a:ext cx="2057400" cy="273844"/>
          </a:xfrm>
          <a:prstGeom prst="rect">
            <a:avLst/>
          </a:prstGeom>
          <a:noFill/>
          <a:ln>
            <a:noFill/>
          </a:ln>
        </p:spPr>
        <p:txBody>
          <a:bodyPr anchorCtr="0" anchor="ctr" bIns="0" lIns="0" spcFirstLastPara="1" rIns="0" wrap="square" tIns="5700">
            <a:spAutoFit/>
          </a:bodyPr>
          <a:lstStyle/>
          <a:p>
            <a:pPr indent="0" lvl="0" marL="38100" rtl="0" algn="r">
              <a:lnSpc>
                <a:spcPct val="100000"/>
              </a:lnSpc>
              <a:spcBef>
                <a:spcPts val="0"/>
              </a:spcBef>
              <a:spcAft>
                <a:spcPts val="0"/>
              </a:spcAft>
              <a:buNone/>
            </a:pPr>
            <a:r>
              <a:rPr lang="en-US"/>
              <a:t>10</a:t>
            </a:r>
            <a:endParaRPr/>
          </a:p>
        </p:txBody>
      </p:sp>
      <p:sp>
        <p:nvSpPr>
          <p:cNvPr id="276" name="Google Shape;276;p19"/>
          <p:cNvSpPr txBox="1"/>
          <p:nvPr>
            <p:ph idx="11" type="ftr"/>
          </p:nvPr>
        </p:nvSpPr>
        <p:spPr>
          <a:xfrm>
            <a:off x="3028950" y="4767263"/>
            <a:ext cx="3086100" cy="273844"/>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Department of Computer Application </a:t>
            </a:r>
            <a:endParaRPr/>
          </a:p>
        </p:txBody>
      </p:sp>
      <p:pic>
        <p:nvPicPr>
          <p:cNvPr descr="C:\Users\vvksh\OneDrive\Pictures\Screenshots\2021-10-13 (4).png" id="277" name="Google Shape;277;p19"/>
          <p:cNvPicPr preferRelativeResize="0"/>
          <p:nvPr/>
        </p:nvPicPr>
        <p:blipFill rotWithShape="1">
          <a:blip r:embed="rId3">
            <a:alphaModFix/>
          </a:blip>
          <a:srcRect b="14179" l="22100" r="22830" t="25932"/>
          <a:stretch/>
        </p:blipFill>
        <p:spPr>
          <a:xfrm>
            <a:off x="1524000" y="990600"/>
            <a:ext cx="6496050" cy="386715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 name="Shape 281"/>
        <p:cNvGrpSpPr/>
        <p:nvPr/>
      </p:nvGrpSpPr>
      <p:grpSpPr>
        <a:xfrm>
          <a:off x="0" y="0"/>
          <a:ext cx="0" cy="0"/>
          <a:chOff x="0" y="0"/>
          <a:chExt cx="0" cy="0"/>
        </a:xfrm>
      </p:grpSpPr>
      <p:sp>
        <p:nvSpPr>
          <p:cNvPr id="282" name="Google Shape;282;p20"/>
          <p:cNvSpPr txBox="1"/>
          <p:nvPr>
            <p:ph type="title"/>
          </p:nvPr>
        </p:nvSpPr>
        <p:spPr>
          <a:xfrm>
            <a:off x="1752600" y="513292"/>
            <a:ext cx="6267450" cy="382797"/>
          </a:xfrm>
          <a:prstGeom prst="rect">
            <a:avLst/>
          </a:prstGeom>
          <a:noFill/>
          <a:ln>
            <a:noFill/>
          </a:ln>
        </p:spPr>
        <p:txBody>
          <a:bodyPr anchorCtr="0" anchor="ctr" bIns="0" lIns="0" spcFirstLastPara="1" rIns="0" wrap="square" tIns="13325">
            <a:spAutoFit/>
          </a:bodyPr>
          <a:lstStyle/>
          <a:p>
            <a:pPr indent="0" lvl="0" marL="12700" rtl="0" algn="ctr">
              <a:lnSpc>
                <a:spcPct val="100000"/>
              </a:lnSpc>
              <a:spcBef>
                <a:spcPts val="0"/>
              </a:spcBef>
              <a:spcAft>
                <a:spcPts val="0"/>
              </a:spcAft>
              <a:buClr>
                <a:schemeClr val="dk1"/>
              </a:buClr>
              <a:buSzPts val="2400"/>
              <a:buFont typeface="Calibri"/>
              <a:buNone/>
            </a:pPr>
            <a:r>
              <a:rPr b="1" lang="en-US" sz="2400"/>
              <a:t>Challenges ahead</a:t>
            </a:r>
            <a:endParaRPr b="1" sz="2400"/>
          </a:p>
        </p:txBody>
      </p:sp>
      <p:sp>
        <p:nvSpPr>
          <p:cNvPr id="283" name="Google Shape;283;p20"/>
          <p:cNvSpPr txBox="1"/>
          <p:nvPr>
            <p:ph idx="12" type="sldNum"/>
          </p:nvPr>
        </p:nvSpPr>
        <p:spPr>
          <a:xfrm>
            <a:off x="6457950" y="4767263"/>
            <a:ext cx="2057400" cy="273844"/>
          </a:xfrm>
          <a:prstGeom prst="rect">
            <a:avLst/>
          </a:prstGeom>
          <a:noFill/>
          <a:ln>
            <a:noFill/>
          </a:ln>
        </p:spPr>
        <p:txBody>
          <a:bodyPr anchorCtr="0" anchor="ctr" bIns="0" lIns="0" spcFirstLastPara="1" rIns="0" wrap="square" tIns="5700">
            <a:spAutoFit/>
          </a:bodyPr>
          <a:lstStyle/>
          <a:p>
            <a:pPr indent="0" lvl="0" marL="38100" rtl="0" algn="r">
              <a:lnSpc>
                <a:spcPct val="100000"/>
              </a:lnSpc>
              <a:spcBef>
                <a:spcPts val="0"/>
              </a:spcBef>
              <a:spcAft>
                <a:spcPts val="0"/>
              </a:spcAft>
              <a:buNone/>
            </a:pPr>
            <a:r>
              <a:rPr lang="en-US"/>
              <a:t>10</a:t>
            </a:r>
            <a:endParaRPr/>
          </a:p>
        </p:txBody>
      </p:sp>
      <p:sp>
        <p:nvSpPr>
          <p:cNvPr id="284" name="Google Shape;284;p20"/>
          <p:cNvSpPr txBox="1"/>
          <p:nvPr/>
        </p:nvSpPr>
        <p:spPr>
          <a:xfrm>
            <a:off x="304800" y="971550"/>
            <a:ext cx="8324850" cy="3370795"/>
          </a:xfrm>
          <a:prstGeom prst="rect">
            <a:avLst/>
          </a:prstGeom>
          <a:noFill/>
          <a:ln>
            <a:noFill/>
          </a:ln>
        </p:spPr>
        <p:txBody>
          <a:bodyPr anchorCtr="0" anchor="t" bIns="0" lIns="0" spcFirstLastPara="1" rIns="0" wrap="square" tIns="88900">
            <a:spAutoFit/>
          </a:bodyPr>
          <a:lstStyle/>
          <a:p>
            <a:pPr indent="-342900" lvl="0" marL="342900" marR="0" rtl="0" algn="just">
              <a:lnSpc>
                <a:spcPct val="150000"/>
              </a:lnSpc>
              <a:spcBef>
                <a:spcPts val="0"/>
              </a:spcBef>
              <a:spcAft>
                <a:spcPts val="0"/>
              </a:spcAft>
              <a:buClr>
                <a:schemeClr val="dk1"/>
              </a:buClr>
              <a:buSzPts val="1800"/>
              <a:buFont typeface="Arial"/>
              <a:buChar char="•"/>
            </a:pPr>
            <a:r>
              <a:rPr lang="en-US" sz="1800">
                <a:solidFill>
                  <a:schemeClr val="dk1"/>
                </a:solidFill>
                <a:latin typeface="Calibri"/>
                <a:ea typeface="Calibri"/>
                <a:cs typeface="Calibri"/>
                <a:sym typeface="Calibri"/>
              </a:rPr>
              <a:t>As any new technology develops and becomes popular, new issues have to be faced.</a:t>
            </a:r>
            <a:endParaRPr/>
          </a:p>
          <a:p>
            <a:pPr indent="-342900" lvl="0" marL="342900" marR="0" rtl="0" algn="just">
              <a:lnSpc>
                <a:spcPct val="150000"/>
              </a:lnSpc>
              <a:spcBef>
                <a:spcPts val="0"/>
              </a:spcBef>
              <a:spcAft>
                <a:spcPts val="0"/>
              </a:spcAft>
              <a:buClr>
                <a:schemeClr val="dk1"/>
              </a:buClr>
              <a:buSzPts val="1800"/>
              <a:buFont typeface="Arial"/>
              <a:buChar char="•"/>
            </a:pPr>
            <a:r>
              <a:rPr lang="en-US" sz="1800">
                <a:solidFill>
                  <a:schemeClr val="dk1"/>
                </a:solidFill>
                <a:latin typeface="Calibri"/>
                <a:ea typeface="Calibri"/>
                <a:cs typeface="Calibri"/>
                <a:sym typeface="Calibri"/>
              </a:rPr>
              <a:t>New, interesting problems and challenges are regularly being posed to the cloud community, including IT practitioners, managers, governments, and regulators.</a:t>
            </a:r>
            <a:endParaRPr/>
          </a:p>
          <a:p>
            <a:pPr indent="-342900" lvl="0" marL="342900" marR="0" rtl="0" algn="just">
              <a:lnSpc>
                <a:spcPct val="150000"/>
              </a:lnSpc>
              <a:spcBef>
                <a:spcPts val="0"/>
              </a:spcBef>
              <a:spcAft>
                <a:spcPts val="0"/>
              </a:spcAft>
              <a:buClr>
                <a:schemeClr val="dk1"/>
              </a:buClr>
              <a:buSzPts val="1800"/>
              <a:buFont typeface="Arial"/>
              <a:buChar char="•"/>
            </a:pPr>
            <a:r>
              <a:rPr lang="en-US" sz="1800">
                <a:solidFill>
                  <a:schemeClr val="dk1"/>
                </a:solidFill>
                <a:latin typeface="Calibri"/>
                <a:ea typeface="Calibri"/>
                <a:cs typeface="Calibri"/>
                <a:sym typeface="Calibri"/>
              </a:rPr>
              <a:t>which are related to configuration, networking, and sizing of cloud computing systems, a new set of challenges concerning the dynamic provisioning of cloud computing services and resources arises.</a:t>
            </a:r>
            <a:endParaRPr/>
          </a:p>
          <a:p>
            <a:pPr indent="-342900" lvl="0" marL="342900" marR="0" rtl="0" algn="just">
              <a:lnSpc>
                <a:spcPct val="150000"/>
              </a:lnSpc>
              <a:spcBef>
                <a:spcPts val="0"/>
              </a:spcBef>
              <a:spcAft>
                <a:spcPts val="0"/>
              </a:spcAft>
              <a:buClr>
                <a:schemeClr val="dk1"/>
              </a:buClr>
              <a:buSzPts val="1800"/>
              <a:buFont typeface="Arial"/>
              <a:buChar char="•"/>
            </a:pPr>
            <a:r>
              <a:rPr lang="en-US" sz="1800">
                <a:solidFill>
                  <a:schemeClr val="dk1"/>
                </a:solidFill>
                <a:latin typeface="Calibri"/>
                <a:ea typeface="Calibri"/>
                <a:cs typeface="Calibri"/>
                <a:sym typeface="Calibri"/>
              </a:rPr>
              <a:t>Technical challenges also arise for cloud service providers for the management of large computing infrastructures and the use of virtualization technologies .</a:t>
            </a:r>
            <a:endParaRPr/>
          </a:p>
        </p:txBody>
      </p:sp>
      <p:sp>
        <p:nvSpPr>
          <p:cNvPr id="285" name="Google Shape;285;p20"/>
          <p:cNvSpPr txBox="1"/>
          <p:nvPr>
            <p:ph idx="11" type="ftr"/>
          </p:nvPr>
        </p:nvSpPr>
        <p:spPr>
          <a:xfrm>
            <a:off x="3028950" y="4767263"/>
            <a:ext cx="3086100" cy="273844"/>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Department of Computer Application </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9" name="Shape 289"/>
        <p:cNvGrpSpPr/>
        <p:nvPr/>
      </p:nvGrpSpPr>
      <p:grpSpPr>
        <a:xfrm>
          <a:off x="0" y="0"/>
          <a:ext cx="0" cy="0"/>
          <a:chOff x="0" y="0"/>
          <a:chExt cx="0" cy="0"/>
        </a:xfrm>
      </p:grpSpPr>
      <p:sp>
        <p:nvSpPr>
          <p:cNvPr id="290" name="Google Shape;290;p21"/>
          <p:cNvSpPr txBox="1"/>
          <p:nvPr>
            <p:ph type="title"/>
          </p:nvPr>
        </p:nvSpPr>
        <p:spPr>
          <a:xfrm>
            <a:off x="1752600" y="513292"/>
            <a:ext cx="6267450" cy="382797"/>
          </a:xfrm>
          <a:prstGeom prst="rect">
            <a:avLst/>
          </a:prstGeom>
          <a:noFill/>
          <a:ln>
            <a:noFill/>
          </a:ln>
        </p:spPr>
        <p:txBody>
          <a:bodyPr anchorCtr="0" anchor="ctr" bIns="0" lIns="0" spcFirstLastPara="1" rIns="0" wrap="square" tIns="13325">
            <a:spAutoFit/>
          </a:bodyPr>
          <a:lstStyle/>
          <a:p>
            <a:pPr indent="0" lvl="0" marL="12700" rtl="0" algn="ctr">
              <a:lnSpc>
                <a:spcPct val="100000"/>
              </a:lnSpc>
              <a:spcBef>
                <a:spcPts val="0"/>
              </a:spcBef>
              <a:spcAft>
                <a:spcPts val="0"/>
              </a:spcAft>
              <a:buClr>
                <a:schemeClr val="dk1"/>
              </a:buClr>
              <a:buSzPts val="2400"/>
              <a:buFont typeface="Calibri"/>
              <a:buNone/>
            </a:pPr>
            <a:r>
              <a:rPr b="1" lang="en-US" sz="2400"/>
              <a:t>Challenges ahead</a:t>
            </a:r>
            <a:endParaRPr b="1" sz="2400"/>
          </a:p>
        </p:txBody>
      </p:sp>
      <p:sp>
        <p:nvSpPr>
          <p:cNvPr id="291" name="Google Shape;291;p21"/>
          <p:cNvSpPr txBox="1"/>
          <p:nvPr>
            <p:ph idx="12" type="sldNum"/>
          </p:nvPr>
        </p:nvSpPr>
        <p:spPr>
          <a:xfrm>
            <a:off x="6457950" y="4767263"/>
            <a:ext cx="2057400" cy="273844"/>
          </a:xfrm>
          <a:prstGeom prst="rect">
            <a:avLst/>
          </a:prstGeom>
          <a:noFill/>
          <a:ln>
            <a:noFill/>
          </a:ln>
        </p:spPr>
        <p:txBody>
          <a:bodyPr anchorCtr="0" anchor="ctr" bIns="0" lIns="0" spcFirstLastPara="1" rIns="0" wrap="square" tIns="5700">
            <a:spAutoFit/>
          </a:bodyPr>
          <a:lstStyle/>
          <a:p>
            <a:pPr indent="0" lvl="0" marL="38100" rtl="0" algn="r">
              <a:lnSpc>
                <a:spcPct val="100000"/>
              </a:lnSpc>
              <a:spcBef>
                <a:spcPts val="0"/>
              </a:spcBef>
              <a:spcAft>
                <a:spcPts val="0"/>
              </a:spcAft>
              <a:buNone/>
            </a:pPr>
            <a:r>
              <a:rPr lang="en-US"/>
              <a:t>10</a:t>
            </a:r>
            <a:endParaRPr/>
          </a:p>
        </p:txBody>
      </p:sp>
      <p:sp>
        <p:nvSpPr>
          <p:cNvPr id="292" name="Google Shape;292;p21"/>
          <p:cNvSpPr txBox="1"/>
          <p:nvPr/>
        </p:nvSpPr>
        <p:spPr>
          <a:xfrm>
            <a:off x="533400" y="971550"/>
            <a:ext cx="8096250" cy="3370795"/>
          </a:xfrm>
          <a:prstGeom prst="rect">
            <a:avLst/>
          </a:prstGeom>
          <a:noFill/>
          <a:ln>
            <a:noFill/>
          </a:ln>
        </p:spPr>
        <p:txBody>
          <a:bodyPr anchorCtr="0" anchor="t" bIns="0" lIns="0" spcFirstLastPara="1" rIns="0" wrap="square" tIns="88900">
            <a:spAutoFit/>
          </a:bodyPr>
          <a:lstStyle/>
          <a:p>
            <a:pPr indent="-285750" lvl="0" marL="285750" marR="0" rtl="0" algn="just">
              <a:lnSpc>
                <a:spcPct val="150000"/>
              </a:lnSpc>
              <a:spcBef>
                <a:spcPts val="0"/>
              </a:spcBef>
              <a:spcAft>
                <a:spcPts val="0"/>
              </a:spcAft>
              <a:buClr>
                <a:schemeClr val="dk1"/>
              </a:buClr>
              <a:buSzPts val="1800"/>
              <a:buFont typeface="Arial"/>
              <a:buChar char="•"/>
            </a:pPr>
            <a:r>
              <a:rPr lang="en-US" sz="1800">
                <a:solidFill>
                  <a:schemeClr val="dk1"/>
                </a:solidFill>
                <a:latin typeface="Calibri"/>
                <a:ea typeface="Calibri"/>
                <a:cs typeface="Calibri"/>
                <a:sym typeface="Calibri"/>
              </a:rPr>
              <a:t>Security in terms of confidentiality, secrecy, and protection of data in a cloud environment is another important challenge.</a:t>
            </a:r>
            <a:endParaRPr/>
          </a:p>
          <a:p>
            <a:pPr indent="-285750" lvl="0" marL="285750" marR="0" rtl="0" algn="just">
              <a:lnSpc>
                <a:spcPct val="150000"/>
              </a:lnSpc>
              <a:spcBef>
                <a:spcPts val="0"/>
              </a:spcBef>
              <a:spcAft>
                <a:spcPts val="0"/>
              </a:spcAft>
              <a:buClr>
                <a:schemeClr val="dk1"/>
              </a:buClr>
              <a:buSzPts val="1800"/>
              <a:buFont typeface="Arial"/>
              <a:buChar char="•"/>
            </a:pPr>
            <a:r>
              <a:rPr lang="en-US" sz="1800">
                <a:solidFill>
                  <a:schemeClr val="dk1"/>
                </a:solidFill>
                <a:latin typeface="Calibri"/>
                <a:ea typeface="Calibri"/>
                <a:cs typeface="Calibri"/>
                <a:sym typeface="Calibri"/>
              </a:rPr>
              <a:t>The confidentiality of data and compliance to security standards, which give a minimum guarantee on the treatment of information on cloud computing systems (Cryptographic).</a:t>
            </a:r>
            <a:endParaRPr/>
          </a:p>
          <a:p>
            <a:pPr indent="-285750" lvl="0" marL="285750" marR="0" rtl="0" algn="just">
              <a:lnSpc>
                <a:spcPct val="150000"/>
              </a:lnSpc>
              <a:spcBef>
                <a:spcPts val="0"/>
              </a:spcBef>
              <a:spcAft>
                <a:spcPts val="0"/>
              </a:spcAft>
              <a:buClr>
                <a:schemeClr val="dk1"/>
              </a:buClr>
              <a:buSzPts val="1800"/>
              <a:buFont typeface="Arial"/>
              <a:buChar char="•"/>
            </a:pPr>
            <a:r>
              <a:rPr lang="en-US" sz="1800">
                <a:solidFill>
                  <a:schemeClr val="dk1"/>
                </a:solidFill>
                <a:latin typeface="Calibri"/>
                <a:ea typeface="Calibri"/>
                <a:cs typeface="Calibri"/>
                <a:sym typeface="Calibri"/>
              </a:rPr>
              <a:t>Different legislation about privacy in different countries may potentially create disputes as to the rights that third parties (including government agencies) have to your data.</a:t>
            </a:r>
            <a:endParaRPr/>
          </a:p>
        </p:txBody>
      </p:sp>
      <p:sp>
        <p:nvSpPr>
          <p:cNvPr id="293" name="Google Shape;293;p21"/>
          <p:cNvSpPr txBox="1"/>
          <p:nvPr>
            <p:ph idx="11" type="ftr"/>
          </p:nvPr>
        </p:nvSpPr>
        <p:spPr>
          <a:xfrm>
            <a:off x="3028950" y="4767263"/>
            <a:ext cx="3086100" cy="273844"/>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Department of Computer Application </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8" name="Shape 298"/>
        <p:cNvGrpSpPr/>
        <p:nvPr/>
      </p:nvGrpSpPr>
      <p:grpSpPr>
        <a:xfrm>
          <a:off x="0" y="0"/>
          <a:ext cx="0" cy="0"/>
          <a:chOff x="0" y="0"/>
          <a:chExt cx="0" cy="0"/>
        </a:xfrm>
      </p:grpSpPr>
      <p:sp>
        <p:nvSpPr>
          <p:cNvPr id="299" name="Google Shape;299;p22"/>
          <p:cNvSpPr txBox="1"/>
          <p:nvPr>
            <p:ph type="title"/>
          </p:nvPr>
        </p:nvSpPr>
        <p:spPr>
          <a:xfrm>
            <a:off x="2761921" y="101066"/>
            <a:ext cx="3638879" cy="530631"/>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2400"/>
              <a:buFont typeface="Calibri"/>
              <a:buNone/>
            </a:pPr>
            <a:r>
              <a:rPr b="1" lang="en-US" sz="2400"/>
              <a:t>Summary</a:t>
            </a:r>
            <a:endParaRPr sz="2400"/>
          </a:p>
        </p:txBody>
      </p:sp>
      <p:sp>
        <p:nvSpPr>
          <p:cNvPr id="300" name="Google Shape;300;p22"/>
          <p:cNvSpPr txBox="1"/>
          <p:nvPr>
            <p:ph idx="1" type="body"/>
          </p:nvPr>
        </p:nvSpPr>
        <p:spPr>
          <a:xfrm>
            <a:off x="457200" y="1082842"/>
            <a:ext cx="8229600" cy="3404937"/>
          </a:xfrm>
          <a:prstGeom prst="rect">
            <a:avLst/>
          </a:prstGeom>
          <a:noFill/>
          <a:ln>
            <a:noFill/>
          </a:ln>
        </p:spPr>
        <p:txBody>
          <a:bodyPr anchorCtr="0" anchor="t" bIns="45700" lIns="91425" spcFirstLastPara="1" rIns="91425" wrap="square" tIns="45700">
            <a:noAutofit/>
          </a:bodyPr>
          <a:lstStyle/>
          <a:p>
            <a:pPr indent="-171450" lvl="0" marL="171450" rtl="0" algn="just">
              <a:lnSpc>
                <a:spcPct val="150000"/>
              </a:lnSpc>
              <a:spcBef>
                <a:spcPts val="0"/>
              </a:spcBef>
              <a:spcAft>
                <a:spcPts val="0"/>
              </a:spcAft>
              <a:buClr>
                <a:schemeClr val="dk1"/>
              </a:buClr>
              <a:buSzPts val="1600"/>
              <a:buChar char="•"/>
            </a:pPr>
            <a:r>
              <a:rPr b="1" lang="en-US" sz="1600"/>
              <a:t>On-Demand Access to Resources</a:t>
            </a:r>
            <a:r>
              <a:rPr lang="en-US" sz="1600"/>
              <a:t>: Cloud computing allows users to access computing resources like storage, computing power, and software over the internet, eliminating the need for physical hardware and infrastructure.</a:t>
            </a:r>
            <a:endParaRPr/>
          </a:p>
          <a:p>
            <a:pPr indent="-171450" lvl="0" marL="171450" rtl="0" algn="just">
              <a:lnSpc>
                <a:spcPct val="150000"/>
              </a:lnSpc>
              <a:spcBef>
                <a:spcPts val="750"/>
              </a:spcBef>
              <a:spcAft>
                <a:spcPts val="0"/>
              </a:spcAft>
              <a:buClr>
                <a:schemeClr val="dk1"/>
              </a:buClr>
              <a:buSzPts val="1600"/>
              <a:buChar char="•"/>
            </a:pPr>
            <a:r>
              <a:rPr b="1" lang="en-US" sz="1600"/>
              <a:t>Scalability &amp; Cost Efficiency</a:t>
            </a:r>
            <a:r>
              <a:rPr lang="en-US" sz="1600"/>
              <a:t>: Cloud computing provides the ability to scale resources up or down as needed, with a pay-as-you-go pricing model, reducing costs and optimizing resource usage.</a:t>
            </a:r>
            <a:endParaRPr/>
          </a:p>
          <a:p>
            <a:pPr indent="-171450" lvl="0" marL="171450" rtl="0" algn="just">
              <a:lnSpc>
                <a:spcPct val="150000"/>
              </a:lnSpc>
              <a:spcBef>
                <a:spcPts val="750"/>
              </a:spcBef>
              <a:spcAft>
                <a:spcPts val="0"/>
              </a:spcAft>
              <a:buClr>
                <a:schemeClr val="dk1"/>
              </a:buClr>
              <a:buSzPts val="1600"/>
              <a:buChar char="•"/>
            </a:pPr>
            <a:r>
              <a:rPr lang="en-US" sz="1600"/>
              <a:t>Flexible Service Models</a:t>
            </a:r>
            <a:endParaRPr/>
          </a:p>
          <a:p>
            <a:pPr indent="-171450" lvl="0" marL="171450" rtl="0" algn="just">
              <a:lnSpc>
                <a:spcPct val="150000"/>
              </a:lnSpc>
              <a:spcBef>
                <a:spcPts val="750"/>
              </a:spcBef>
              <a:spcAft>
                <a:spcPts val="0"/>
              </a:spcAft>
              <a:buClr>
                <a:schemeClr val="dk1"/>
              </a:buClr>
              <a:buSzPts val="1600"/>
              <a:buChar char="•"/>
            </a:pPr>
            <a:r>
              <a:rPr lang="en-US" sz="1600"/>
              <a:t>Deployment Flexibility</a:t>
            </a:r>
            <a:endParaRPr/>
          </a:p>
        </p:txBody>
      </p:sp>
      <p:sp>
        <p:nvSpPr>
          <p:cNvPr id="301" name="Google Shape;301;p22"/>
          <p:cNvSpPr txBox="1"/>
          <p:nvPr>
            <p:ph idx="11" type="ftr"/>
          </p:nvPr>
        </p:nvSpPr>
        <p:spPr>
          <a:xfrm>
            <a:off x="3028950" y="4767263"/>
            <a:ext cx="3086100" cy="273844"/>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Department of Computer Application</a:t>
            </a:r>
            <a:endParaRPr/>
          </a:p>
        </p:txBody>
      </p:sp>
      <p:sp>
        <p:nvSpPr>
          <p:cNvPr id="302" name="Google Shape;302;p22"/>
          <p:cNvSpPr txBox="1"/>
          <p:nvPr>
            <p:ph idx="12" type="sldNum"/>
          </p:nvPr>
        </p:nvSpPr>
        <p:spPr>
          <a:xfrm>
            <a:off x="6457950" y="4767263"/>
            <a:ext cx="2057400" cy="273844"/>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303" name="Google Shape;303;p22"/>
          <p:cNvPicPr preferRelativeResize="0"/>
          <p:nvPr/>
        </p:nvPicPr>
        <p:blipFill rotWithShape="1">
          <a:blip r:embed="rId3">
            <a:alphaModFix/>
          </a:blip>
          <a:srcRect b="0" l="0" r="0" t="0"/>
          <a:stretch/>
        </p:blipFill>
        <p:spPr>
          <a:xfrm>
            <a:off x="112575" y="70037"/>
            <a:ext cx="2564258" cy="718788"/>
          </a:xfrm>
          <a:prstGeom prst="rect">
            <a:avLst/>
          </a:prstGeom>
          <a:noFill/>
          <a:ln>
            <a:noFill/>
          </a:ln>
        </p:spPr>
      </p:pic>
      <p:pic>
        <p:nvPicPr>
          <p:cNvPr id="304" name="Google Shape;304;p22"/>
          <p:cNvPicPr preferRelativeResize="0"/>
          <p:nvPr/>
        </p:nvPicPr>
        <p:blipFill rotWithShape="1">
          <a:blip r:embed="rId4">
            <a:alphaModFix/>
          </a:blip>
          <a:srcRect b="0" l="0" r="0" t="0"/>
          <a:stretch/>
        </p:blipFill>
        <p:spPr>
          <a:xfrm>
            <a:off x="7290715" y="72947"/>
            <a:ext cx="1782539" cy="530631"/>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8" name="Shape 308"/>
        <p:cNvGrpSpPr/>
        <p:nvPr/>
      </p:nvGrpSpPr>
      <p:grpSpPr>
        <a:xfrm>
          <a:off x="0" y="0"/>
          <a:ext cx="0" cy="0"/>
          <a:chOff x="0" y="0"/>
          <a:chExt cx="0" cy="0"/>
        </a:xfrm>
      </p:grpSpPr>
      <p:sp>
        <p:nvSpPr>
          <p:cNvPr id="309" name="Google Shape;309;p23"/>
          <p:cNvSpPr txBox="1"/>
          <p:nvPr>
            <p:ph type="title"/>
          </p:nvPr>
        </p:nvSpPr>
        <p:spPr>
          <a:xfrm>
            <a:off x="2711242" y="70037"/>
            <a:ext cx="4545062" cy="397599"/>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2400"/>
              <a:buFont typeface="Calibri"/>
              <a:buNone/>
            </a:pPr>
            <a:r>
              <a:rPr b="1" lang="en-US" sz="2400"/>
              <a:t>References</a:t>
            </a:r>
            <a:endParaRPr sz="2400"/>
          </a:p>
        </p:txBody>
      </p:sp>
      <p:sp>
        <p:nvSpPr>
          <p:cNvPr id="310" name="Google Shape;310;p23"/>
          <p:cNvSpPr txBox="1"/>
          <p:nvPr>
            <p:ph idx="1" type="body"/>
          </p:nvPr>
        </p:nvSpPr>
        <p:spPr>
          <a:xfrm>
            <a:off x="628650" y="1369219"/>
            <a:ext cx="7886700" cy="3263504"/>
          </a:xfrm>
          <a:prstGeom prst="rect">
            <a:avLst/>
          </a:prstGeom>
          <a:noFill/>
          <a:ln>
            <a:noFill/>
          </a:ln>
        </p:spPr>
        <p:txBody>
          <a:bodyPr anchorCtr="0" anchor="t" bIns="45700" lIns="91425" spcFirstLastPara="1" rIns="91425" wrap="square" tIns="45700">
            <a:normAutofit fontScale="47500" lnSpcReduction="20000"/>
          </a:bodyPr>
          <a:lstStyle/>
          <a:p>
            <a:pPr indent="-199966" lvl="0" marL="171450" rtl="0" algn="just">
              <a:lnSpc>
                <a:spcPct val="90000"/>
              </a:lnSpc>
              <a:spcBef>
                <a:spcPts val="0"/>
              </a:spcBef>
              <a:spcAft>
                <a:spcPts val="0"/>
              </a:spcAft>
              <a:buClr>
                <a:schemeClr val="dk1"/>
              </a:buClr>
              <a:buSzPct val="100000"/>
              <a:buFont typeface="Calibri"/>
              <a:buChar char="•"/>
            </a:pPr>
            <a:r>
              <a:rPr lang="en-US" sz="3598"/>
              <a:t>Books References</a:t>
            </a:r>
            <a:endParaRPr sz="3898"/>
          </a:p>
          <a:p>
            <a:pPr indent="0" lvl="0" marL="171450" rtl="0" algn="just">
              <a:lnSpc>
                <a:spcPct val="90000"/>
              </a:lnSpc>
              <a:spcBef>
                <a:spcPts val="750"/>
              </a:spcBef>
              <a:spcAft>
                <a:spcPts val="0"/>
              </a:spcAft>
              <a:buNone/>
            </a:pPr>
            <a:r>
              <a:rPr lang="en-US" sz="3448">
                <a:solidFill>
                  <a:srgbClr val="000000"/>
                </a:solidFill>
              </a:rPr>
              <a:t>Mastering Cloud Computing, Rajkumar Buyya, Christian Vecchiola, and ThamaraiSelvi, Tata McGraw Hill, ISBN-13: 978-1-25-902995-0, New Delhi, India,Feb 2013. </a:t>
            </a:r>
            <a:endParaRPr sz="3598"/>
          </a:p>
          <a:p>
            <a:pPr indent="-199966" lvl="0" marL="171450" rtl="0" algn="just">
              <a:lnSpc>
                <a:spcPct val="90000"/>
              </a:lnSpc>
              <a:spcBef>
                <a:spcPts val="750"/>
              </a:spcBef>
              <a:spcAft>
                <a:spcPts val="0"/>
              </a:spcAft>
              <a:buClr>
                <a:schemeClr val="dk1"/>
              </a:buClr>
              <a:buSzPct val="100000"/>
              <a:buFont typeface="Calibri"/>
              <a:buChar char="•"/>
            </a:pPr>
            <a:r>
              <a:rPr lang="en-US" sz="3598"/>
              <a:t>E-book link</a:t>
            </a:r>
            <a:endParaRPr sz="3898"/>
          </a:p>
          <a:p>
            <a:pPr indent="0" lvl="0" marL="171450" rtl="0" algn="just">
              <a:lnSpc>
                <a:spcPct val="90000"/>
              </a:lnSpc>
              <a:spcBef>
                <a:spcPts val="750"/>
              </a:spcBef>
              <a:spcAft>
                <a:spcPts val="0"/>
              </a:spcAft>
              <a:buNone/>
            </a:pPr>
            <a:r>
              <a:rPr lang="en-US" sz="3598" u="sng">
                <a:solidFill>
                  <a:schemeClr val="hlink"/>
                </a:solidFill>
                <a:hlinkClick r:id="rId3"/>
              </a:rPr>
              <a:t>https://archive.org/details/cloudcomputingbi0000sosi</a:t>
            </a:r>
            <a:endParaRPr sz="3598"/>
          </a:p>
          <a:p>
            <a:pPr indent="-199966" lvl="0" marL="171450" rtl="0" algn="just">
              <a:lnSpc>
                <a:spcPct val="90000"/>
              </a:lnSpc>
              <a:spcBef>
                <a:spcPts val="750"/>
              </a:spcBef>
              <a:spcAft>
                <a:spcPts val="0"/>
              </a:spcAft>
              <a:buClr>
                <a:schemeClr val="dk1"/>
              </a:buClr>
              <a:buSzPct val="100000"/>
              <a:buFont typeface="Calibri"/>
              <a:buChar char="•"/>
            </a:pPr>
            <a:r>
              <a:rPr lang="en-US" sz="3598"/>
              <a:t>YouTube link</a:t>
            </a:r>
            <a:endParaRPr sz="3898"/>
          </a:p>
          <a:p>
            <a:pPr indent="0" lvl="0" marL="171450" rtl="0" algn="just">
              <a:lnSpc>
                <a:spcPct val="90000"/>
              </a:lnSpc>
              <a:spcBef>
                <a:spcPts val="750"/>
              </a:spcBef>
              <a:spcAft>
                <a:spcPts val="0"/>
              </a:spcAft>
              <a:buNone/>
            </a:pPr>
            <a:r>
              <a:rPr lang="en-US" sz="3598" u="sng">
                <a:solidFill>
                  <a:schemeClr val="hlink"/>
                </a:solidFill>
                <a:hlinkClick r:id="rId4"/>
              </a:rPr>
              <a:t>https://www.youtube.com/@cloudcomputing351/videos</a:t>
            </a:r>
            <a:endParaRPr sz="3598"/>
          </a:p>
          <a:p>
            <a:pPr indent="0" lvl="0" marL="171450" rtl="0" algn="just">
              <a:lnSpc>
                <a:spcPct val="90000"/>
              </a:lnSpc>
              <a:spcBef>
                <a:spcPts val="750"/>
              </a:spcBef>
              <a:spcAft>
                <a:spcPts val="0"/>
              </a:spcAft>
              <a:buNone/>
            </a:pPr>
            <a:r>
              <a:rPr lang="en-US" sz="3598" u="sng">
                <a:solidFill>
                  <a:schemeClr val="hlink"/>
                </a:solidFill>
                <a:hlinkClick r:id="rId5"/>
              </a:rPr>
              <a:t>https://www.geeksforgeeks.org/cloud-computing/</a:t>
            </a:r>
            <a:endParaRPr sz="3598"/>
          </a:p>
          <a:p>
            <a:pPr indent="0" lvl="0" marL="171450" rtl="0" algn="just">
              <a:lnSpc>
                <a:spcPct val="90000"/>
              </a:lnSpc>
              <a:spcBef>
                <a:spcPts val="750"/>
              </a:spcBef>
              <a:spcAft>
                <a:spcPts val="0"/>
              </a:spcAft>
              <a:buNone/>
            </a:pPr>
            <a:r>
              <a:rPr lang="en-US" sz="3598" u="sng">
                <a:solidFill>
                  <a:schemeClr val="hlink"/>
                </a:solidFill>
                <a:hlinkClick r:id="rId6"/>
              </a:rPr>
              <a:t>https://www.tutorialspoint.com/cloud_computing/index.htm</a:t>
            </a:r>
            <a:endParaRPr sz="3598"/>
          </a:p>
          <a:p>
            <a:pPr indent="0" lvl="0" marL="171450" rtl="0" algn="just">
              <a:lnSpc>
                <a:spcPct val="90000"/>
              </a:lnSpc>
              <a:spcBef>
                <a:spcPts val="750"/>
              </a:spcBef>
              <a:spcAft>
                <a:spcPts val="0"/>
              </a:spcAft>
              <a:buNone/>
            </a:pPr>
            <a:r>
              <a:rPr lang="en-US" sz="3598" u="sng">
                <a:solidFill>
                  <a:schemeClr val="hlink"/>
                </a:solidFill>
                <a:hlinkClick r:id="rId7"/>
              </a:rPr>
              <a:t>https://nptel.ac.in/courses/106105167</a:t>
            </a:r>
            <a:endParaRPr sz="3598"/>
          </a:p>
          <a:p>
            <a:pPr indent="0" lvl="0" marL="171450" rtl="0" algn="just">
              <a:lnSpc>
                <a:spcPct val="90000"/>
              </a:lnSpc>
              <a:spcBef>
                <a:spcPts val="750"/>
              </a:spcBef>
              <a:spcAft>
                <a:spcPts val="0"/>
              </a:spcAft>
              <a:buNone/>
            </a:pPr>
            <a:r>
              <a:rPr lang="en-US" sz="3598" u="sng">
                <a:solidFill>
                  <a:schemeClr val="hlink"/>
                </a:solidFill>
                <a:hlinkClick r:id="rId8"/>
              </a:rPr>
              <a:t>https://www.edx.org/learn/cloud-computing</a:t>
            </a:r>
            <a:endParaRPr sz="3598"/>
          </a:p>
          <a:p>
            <a:pPr indent="-91440" lvl="0" marL="171450" rtl="0" algn="l">
              <a:lnSpc>
                <a:spcPct val="90000"/>
              </a:lnSpc>
              <a:spcBef>
                <a:spcPts val="750"/>
              </a:spcBef>
              <a:spcAft>
                <a:spcPts val="0"/>
              </a:spcAft>
              <a:buClr>
                <a:schemeClr val="dk1"/>
              </a:buClr>
              <a:buSzPct val="100000"/>
              <a:buFont typeface="Noto Sans Symbols"/>
              <a:buNone/>
            </a:pPr>
            <a:r>
              <a:t/>
            </a:r>
            <a:endParaRPr sz="1800"/>
          </a:p>
        </p:txBody>
      </p:sp>
      <p:sp>
        <p:nvSpPr>
          <p:cNvPr id="311" name="Google Shape;311;p23"/>
          <p:cNvSpPr txBox="1"/>
          <p:nvPr>
            <p:ph idx="11" type="ftr"/>
          </p:nvPr>
        </p:nvSpPr>
        <p:spPr>
          <a:xfrm>
            <a:off x="3028950" y="4767263"/>
            <a:ext cx="3086100" cy="273844"/>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Department of Computer Application</a:t>
            </a:r>
            <a:endParaRPr/>
          </a:p>
        </p:txBody>
      </p:sp>
      <p:sp>
        <p:nvSpPr>
          <p:cNvPr id="312" name="Google Shape;312;p23"/>
          <p:cNvSpPr txBox="1"/>
          <p:nvPr>
            <p:ph idx="12" type="sldNum"/>
          </p:nvPr>
        </p:nvSpPr>
        <p:spPr>
          <a:xfrm>
            <a:off x="6457950" y="4767263"/>
            <a:ext cx="2057400" cy="273844"/>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313" name="Google Shape;313;p23"/>
          <p:cNvPicPr preferRelativeResize="0"/>
          <p:nvPr/>
        </p:nvPicPr>
        <p:blipFill rotWithShape="1">
          <a:blip r:embed="rId9">
            <a:alphaModFix/>
          </a:blip>
          <a:srcRect b="0" l="0" r="0" t="0"/>
          <a:stretch/>
        </p:blipFill>
        <p:spPr>
          <a:xfrm>
            <a:off x="112575" y="70037"/>
            <a:ext cx="2564258" cy="718788"/>
          </a:xfrm>
          <a:prstGeom prst="rect">
            <a:avLst/>
          </a:prstGeom>
          <a:noFill/>
          <a:ln>
            <a:noFill/>
          </a:ln>
        </p:spPr>
      </p:pic>
      <p:pic>
        <p:nvPicPr>
          <p:cNvPr id="314" name="Google Shape;314;p23"/>
          <p:cNvPicPr preferRelativeResize="0"/>
          <p:nvPr/>
        </p:nvPicPr>
        <p:blipFill rotWithShape="1">
          <a:blip r:embed="rId10">
            <a:alphaModFix/>
          </a:blip>
          <a:srcRect b="0" l="0" r="0" t="0"/>
          <a:stretch/>
        </p:blipFill>
        <p:spPr>
          <a:xfrm>
            <a:off x="7290715" y="72947"/>
            <a:ext cx="1782539" cy="530631"/>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8" name="Shape 318"/>
        <p:cNvGrpSpPr/>
        <p:nvPr/>
      </p:nvGrpSpPr>
      <p:grpSpPr>
        <a:xfrm>
          <a:off x="0" y="0"/>
          <a:ext cx="0" cy="0"/>
          <a:chOff x="0" y="0"/>
          <a:chExt cx="0" cy="0"/>
        </a:xfrm>
      </p:grpSpPr>
      <p:sp>
        <p:nvSpPr>
          <p:cNvPr id="319" name="Google Shape;319;p24"/>
          <p:cNvSpPr/>
          <p:nvPr/>
        </p:nvSpPr>
        <p:spPr>
          <a:xfrm>
            <a:off x="555172" y="1493556"/>
            <a:ext cx="8229600" cy="2961536"/>
          </a:xfrm>
          <a:prstGeom prst="rect">
            <a:avLst/>
          </a:prstGeom>
          <a:solidFill>
            <a:srgbClr val="385623">
              <a:alpha val="60000"/>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350">
                <a:solidFill>
                  <a:srgbClr val="FFFFFF"/>
                </a:solidFill>
                <a:latin typeface="Calibri"/>
                <a:ea typeface="Calibri"/>
                <a:cs typeface="Calibri"/>
                <a:sym typeface="Calibri"/>
              </a:rPr>
              <a:t> </a:t>
            </a:r>
            <a:endParaRPr/>
          </a:p>
        </p:txBody>
      </p:sp>
      <p:sp>
        <p:nvSpPr>
          <p:cNvPr id="320" name="Google Shape;320;p24"/>
          <p:cNvSpPr txBox="1"/>
          <p:nvPr/>
        </p:nvSpPr>
        <p:spPr>
          <a:xfrm>
            <a:off x="1100139" y="2236198"/>
            <a:ext cx="8043861" cy="1154162"/>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FFFFFF"/>
              </a:buClr>
              <a:buSzPts val="6000"/>
              <a:buFont typeface="Arial"/>
              <a:buNone/>
            </a:pPr>
            <a:r>
              <a:rPr lang="en-US" sz="6000">
                <a:solidFill>
                  <a:srgbClr val="FFFFFF"/>
                </a:solidFill>
                <a:latin typeface="Arial"/>
                <a:ea typeface="Arial"/>
                <a:cs typeface="Arial"/>
                <a:sym typeface="Arial"/>
              </a:rPr>
              <a:t>THANK YOU</a:t>
            </a:r>
            <a:endParaRPr/>
          </a:p>
          <a:p>
            <a:pPr indent="0" lvl="0" marL="0" marR="0" rtl="0" algn="ctr">
              <a:lnSpc>
                <a:spcPct val="100000"/>
              </a:lnSpc>
              <a:spcBef>
                <a:spcPts val="0"/>
              </a:spcBef>
              <a:spcAft>
                <a:spcPts val="0"/>
              </a:spcAft>
              <a:buClr>
                <a:srgbClr val="FFFFFF"/>
              </a:buClr>
              <a:buSzPts val="1500"/>
              <a:buFont typeface="Arial"/>
              <a:buNone/>
            </a:pPr>
            <a:r>
              <a:rPr lang="en-US" sz="1500">
                <a:solidFill>
                  <a:srgbClr val="FFFFFF"/>
                </a:solidFill>
                <a:latin typeface="Arial"/>
                <a:ea typeface="Arial"/>
                <a:cs typeface="Arial"/>
                <a:sym typeface="Arial"/>
              </a:rPr>
              <a:t>     </a:t>
            </a:r>
            <a:endParaRPr/>
          </a:p>
        </p:txBody>
      </p:sp>
      <p:sp>
        <p:nvSpPr>
          <p:cNvPr id="321" name="Google Shape;321;p24"/>
          <p:cNvSpPr/>
          <p:nvPr/>
        </p:nvSpPr>
        <p:spPr>
          <a:xfrm>
            <a:off x="1765409" y="1678802"/>
            <a:ext cx="1822847" cy="2419350"/>
          </a:xfrm>
          <a:custGeom>
            <a:rect b="b" l="l" r="r" t="t"/>
            <a:pathLst>
              <a:path extrusionOk="0" h="3225800" w="2430463">
                <a:moveTo>
                  <a:pt x="2430463" y="2413000"/>
                </a:moveTo>
                <a:lnTo>
                  <a:pt x="1612900" y="3225800"/>
                </a:lnTo>
                <a:lnTo>
                  <a:pt x="0" y="1612900"/>
                </a:lnTo>
                <a:lnTo>
                  <a:pt x="1612900" y="0"/>
                </a:lnTo>
                <a:lnTo>
                  <a:pt x="2430463" y="817563"/>
                </a:lnTo>
              </a:path>
            </a:pathLst>
          </a:custGeom>
          <a:noFill/>
          <a:ln cap="flat" cmpd="sng" w="3810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rgbClr val="FFFFFF"/>
              </a:solidFill>
              <a:latin typeface="Calibri"/>
              <a:ea typeface="Calibri"/>
              <a:cs typeface="Calibri"/>
              <a:sym typeface="Calibri"/>
            </a:endParaRPr>
          </a:p>
        </p:txBody>
      </p:sp>
      <p:sp>
        <p:nvSpPr>
          <p:cNvPr id="322" name="Google Shape;322;p24"/>
          <p:cNvSpPr/>
          <p:nvPr/>
        </p:nvSpPr>
        <p:spPr>
          <a:xfrm>
            <a:off x="1981199" y="1663837"/>
            <a:ext cx="1822847" cy="2419350"/>
          </a:xfrm>
          <a:custGeom>
            <a:rect b="b" l="l" r="r" t="t"/>
            <a:pathLst>
              <a:path extrusionOk="0" h="3225800" w="2430463">
                <a:moveTo>
                  <a:pt x="2430463" y="2413000"/>
                </a:moveTo>
                <a:lnTo>
                  <a:pt x="1612900" y="3225800"/>
                </a:lnTo>
                <a:lnTo>
                  <a:pt x="0" y="1612900"/>
                </a:lnTo>
                <a:lnTo>
                  <a:pt x="1612900" y="0"/>
                </a:lnTo>
                <a:lnTo>
                  <a:pt x="2430463" y="817563"/>
                </a:lnTo>
              </a:path>
            </a:pathLst>
          </a:custGeom>
          <a:noFill/>
          <a:ln cap="flat" cmpd="sng" w="38100">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rgbClr val="FFFFFF"/>
              </a:solidFill>
              <a:latin typeface="Calibri"/>
              <a:ea typeface="Calibri"/>
              <a:cs typeface="Calibri"/>
              <a:sym typeface="Calibri"/>
            </a:endParaRPr>
          </a:p>
        </p:txBody>
      </p:sp>
      <p:sp>
        <p:nvSpPr>
          <p:cNvPr id="323" name="Google Shape;323;p24"/>
          <p:cNvSpPr txBox="1"/>
          <p:nvPr>
            <p:ph type="title"/>
          </p:nvPr>
        </p:nvSpPr>
        <p:spPr>
          <a:xfrm>
            <a:off x="628650" y="273844"/>
            <a:ext cx="7886700" cy="994172"/>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100000"/>
              <a:buFont typeface="Calibri"/>
              <a:buNone/>
            </a:pPr>
            <a:br>
              <a:rPr lang="en-US"/>
            </a:br>
            <a:br>
              <a:rPr lang="en-US"/>
            </a:br>
            <a:endParaRPr/>
          </a:p>
        </p:txBody>
      </p:sp>
      <p:sp>
        <p:nvSpPr>
          <p:cNvPr id="324" name="Google Shape;324;p24"/>
          <p:cNvSpPr txBox="1"/>
          <p:nvPr>
            <p:ph idx="11" type="ftr"/>
          </p:nvPr>
        </p:nvSpPr>
        <p:spPr>
          <a:xfrm>
            <a:off x="3028950" y="4767263"/>
            <a:ext cx="3086100" cy="273844"/>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Department of Computer Application</a:t>
            </a:r>
            <a:endParaRPr/>
          </a:p>
        </p:txBody>
      </p:sp>
      <p:sp>
        <p:nvSpPr>
          <p:cNvPr id="325" name="Google Shape;325;p24"/>
          <p:cNvSpPr txBox="1"/>
          <p:nvPr>
            <p:ph idx="12" type="sldNum"/>
          </p:nvPr>
        </p:nvSpPr>
        <p:spPr>
          <a:xfrm>
            <a:off x="6457950" y="4767263"/>
            <a:ext cx="2057400" cy="273844"/>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b="1" lang="en-US" sz="1050">
                <a:solidFill>
                  <a:schemeClr val="dk1"/>
                </a:solidFill>
              </a:rPr>
              <a:t>‹#›</a:t>
            </a:fld>
            <a:endParaRPr b="1" sz="1050">
              <a:solidFill>
                <a:schemeClr val="dk1"/>
              </a:solidFill>
            </a:endParaRPr>
          </a:p>
        </p:txBody>
      </p:sp>
      <p:pic>
        <p:nvPicPr>
          <p:cNvPr id="326" name="Google Shape;326;p24"/>
          <p:cNvPicPr preferRelativeResize="0"/>
          <p:nvPr/>
        </p:nvPicPr>
        <p:blipFill rotWithShape="1">
          <a:blip r:embed="rId3">
            <a:alphaModFix/>
          </a:blip>
          <a:srcRect b="0" l="0" r="0" t="0"/>
          <a:stretch/>
        </p:blipFill>
        <p:spPr>
          <a:xfrm>
            <a:off x="112575" y="70037"/>
            <a:ext cx="2564258" cy="718788"/>
          </a:xfrm>
          <a:prstGeom prst="rect">
            <a:avLst/>
          </a:prstGeom>
          <a:noFill/>
          <a:ln>
            <a:noFill/>
          </a:ln>
        </p:spPr>
      </p:pic>
      <p:pic>
        <p:nvPicPr>
          <p:cNvPr id="327" name="Google Shape;327;p24"/>
          <p:cNvPicPr preferRelativeResize="0"/>
          <p:nvPr/>
        </p:nvPicPr>
        <p:blipFill rotWithShape="1">
          <a:blip r:embed="rId4">
            <a:alphaModFix/>
          </a:blip>
          <a:srcRect b="0" l="0" r="0" t="0"/>
          <a:stretch/>
        </p:blipFill>
        <p:spPr>
          <a:xfrm>
            <a:off x="7290715" y="72947"/>
            <a:ext cx="1782539" cy="530631"/>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2024-12-06T17:10:37Z</dcterms:creat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2019-10-25T00:00:00Z</vt:filetime>
  </property>
  <property fmtid="{D5CDD505-2E9C-101B-9397-08002B2CF9AE}" pid="3" name="LastSaved">
    <vt:filetime>2024-12-06T00:00:00Z</vt:filetime>
  </property>
</Properties>
</file>